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79" r:id="rId5"/>
    <p:sldId id="259" r:id="rId6"/>
    <p:sldId id="287" r:id="rId7"/>
    <p:sldId id="282" r:id="rId8"/>
    <p:sldId id="260" r:id="rId9"/>
    <p:sldId id="285" r:id="rId10"/>
    <p:sldId id="286" r:id="rId11"/>
    <p:sldId id="280" r:id="rId12"/>
    <p:sldId id="281" r:id="rId13"/>
    <p:sldId id="265" r:id="rId14"/>
    <p:sldId id="266" r:id="rId15"/>
    <p:sldId id="267" r:id="rId16"/>
    <p:sldId id="288" r:id="rId17"/>
    <p:sldId id="289" r:id="rId18"/>
    <p:sldId id="290" r:id="rId19"/>
    <p:sldId id="283" r:id="rId20"/>
    <p:sldId id="284" r:id="rId21"/>
    <p:sldId id="277" r:id="rId22"/>
    <p:sldId id="278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tyatkin Artem" initials="DA" lastIdx="1" clrIdx="0">
    <p:extLst>
      <p:ext uri="{19B8F6BF-5375-455C-9EA6-DF929625EA0E}">
        <p15:presenceInfo xmlns:p15="http://schemas.microsoft.com/office/powerpoint/2012/main" userId="04df521bb5d9252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730" autoAdjust="0"/>
  </p:normalViewPr>
  <p:slideViewPr>
    <p:cSldViewPr snapToGrid="0">
      <p:cViewPr varScale="1">
        <p:scale>
          <a:sx n="114" d="100"/>
          <a:sy n="114" d="100"/>
        </p:scale>
        <p:origin x="43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FA93B2-DA92-4EF5-B299-EF5A847C5C49}" type="doc">
      <dgm:prSet loTypeId="urn:microsoft.com/office/officeart/2005/8/layout/hierarchy6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479F2055-081F-4536-AB84-69D1A8172757}">
      <dgm:prSet phldrT="[Текст]" custT="1"/>
      <dgm:spPr/>
      <dgm:t>
        <a:bodyPr/>
        <a:lstStyle/>
        <a:p>
          <a:r>
            <a:rPr lang="ru-RU" sz="1200">
              <a:latin typeface="Times New Roman" panose="02020603050405020304" pitchFamily="18" charset="0"/>
              <a:cs typeface="Times New Roman" panose="02020603050405020304" pitchFamily="18" charset="0"/>
            </a:rPr>
            <a:t>Главная страница</a:t>
          </a:r>
        </a:p>
      </dgm:t>
    </dgm:pt>
    <dgm:pt modelId="{DE4934F1-B258-43C2-8208-63B60FB76188}" type="parTrans" cxnId="{A8828086-9620-487D-A157-F08DEB9112AE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D9BF82-C1F0-4D2A-B5EE-BAB488446ED0}" type="sibTrans" cxnId="{A8828086-9620-487D-A157-F08DEB9112AE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9E770B-830C-42B4-8C29-44BCF2EE6E08}">
      <dgm:prSet phldrT="[Текст]"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Каталог</a:t>
          </a:r>
        </a:p>
      </dgm:t>
    </dgm:pt>
    <dgm:pt modelId="{AB60A8CB-9CD3-4CB1-8BFC-DA797A0162AD}" type="parTrans" cxnId="{4E6F7C5B-5DFB-4006-A9A1-8E74244A90FF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20C6CA-B7B3-49DE-8322-82CCEDAA44BC}" type="sibTrans" cxnId="{4E6F7C5B-5DFB-4006-A9A1-8E74244A90FF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F2A6F1-5460-48F2-A612-C1062BD0C017}">
      <dgm:prSet phldrT="[Текст]"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Кабинет</a:t>
          </a:r>
          <a:r>
            <a:rPr lang="ru-RU" sz="15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пользователя</a:t>
          </a:r>
        </a:p>
      </dgm:t>
    </dgm:pt>
    <dgm:pt modelId="{761991E2-A273-40ED-B42E-B42A95CB4E4D}" type="parTrans" cxnId="{DB49EC0D-FBA2-49AA-BEF3-B6CE41749010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47622F-E539-4FD6-ABE2-F330F343C2D6}" type="sibTrans" cxnId="{DB49EC0D-FBA2-49AA-BEF3-B6CE41749010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735288-CDBE-49AA-9F6B-06E3DA7A4370}">
      <dgm:prSet phldrT="[Текст]"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Корзина</a:t>
          </a:r>
        </a:p>
      </dgm:t>
    </dgm:pt>
    <dgm:pt modelId="{267D1F10-A7B3-4C9C-9A91-4B4C79F55204}" type="parTrans" cxnId="{89EBFE21-D51B-4AA4-920D-3B71981C151D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E4F392-570C-419A-A272-98F0B1BD0266}" type="sibTrans" cxnId="{89EBFE21-D51B-4AA4-920D-3B71981C151D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E1967D-3E72-4D3B-8841-41FEB0A2B6F3}">
      <dgm:prSet phldrT="[Текст]"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Администрирование</a:t>
          </a:r>
        </a:p>
      </dgm:t>
    </dgm:pt>
    <dgm:pt modelId="{E98FF075-9759-4FCA-9D6A-2DD6BF6FD335}" type="parTrans" cxnId="{58DBF1C3-C00C-4809-A0FB-9E3A1E2F7110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AD3B65-C673-4044-A60B-56C49FE0EF11}" type="sibTrans" cxnId="{58DBF1C3-C00C-4809-A0FB-9E3A1E2F7110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75E485-4DB0-4AF4-80AE-3E2782FB6CC6}">
      <dgm:prSet phldrT="[Текст]"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Каталог</a:t>
          </a:r>
        </a:p>
      </dgm:t>
    </dgm:pt>
    <dgm:pt modelId="{2025CB4F-81D0-4144-B537-057D10B3B0CD}" type="parTrans" cxnId="{7FF12495-7395-4D60-BEEF-0BF4C86740E6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4BB907-65FC-4226-855F-6B6E05D69A9D}" type="sibTrans" cxnId="{7FF12495-7395-4D60-BEEF-0BF4C86740E6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4018F0-19A4-40BD-B722-6BEEEA3962B0}">
      <dgm:prSet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Товары</a:t>
          </a:r>
        </a:p>
      </dgm:t>
    </dgm:pt>
    <dgm:pt modelId="{9F4FFF06-787F-452D-82FB-647A3B16F661}" type="parTrans" cxnId="{E258FA14-195A-411D-ABE2-8B4DFDC09FBB}">
      <dgm:prSet/>
      <dgm:spPr/>
      <dgm:t>
        <a:bodyPr/>
        <a:lstStyle/>
        <a:p>
          <a:endParaRPr lang="ru-RU"/>
        </a:p>
      </dgm:t>
    </dgm:pt>
    <dgm:pt modelId="{A79AF860-7C32-4C01-8575-33B140474690}" type="sibTrans" cxnId="{E258FA14-195A-411D-ABE2-8B4DFDC09FBB}">
      <dgm:prSet/>
      <dgm:spPr/>
      <dgm:t>
        <a:bodyPr/>
        <a:lstStyle/>
        <a:p>
          <a:endParaRPr lang="ru-RU"/>
        </a:p>
      </dgm:t>
    </dgm:pt>
    <dgm:pt modelId="{90533F79-3BAA-4B71-94BB-458AA58E3B81}">
      <dgm:prSet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Информация об аккаунте</a:t>
          </a:r>
        </a:p>
      </dgm:t>
    </dgm:pt>
    <dgm:pt modelId="{F32A77CC-D5B5-4CE4-BC52-2405DD09014C}" type="parTrans" cxnId="{5B05F2B0-FE1F-4EFC-BE5A-78177FE566F3}">
      <dgm:prSet/>
      <dgm:spPr/>
      <dgm:t>
        <a:bodyPr/>
        <a:lstStyle/>
        <a:p>
          <a:endParaRPr lang="ru-RU"/>
        </a:p>
      </dgm:t>
    </dgm:pt>
    <dgm:pt modelId="{434BC591-1A60-4BC8-878E-89AFC1F37D6F}" type="sibTrans" cxnId="{5B05F2B0-FE1F-4EFC-BE5A-78177FE566F3}">
      <dgm:prSet/>
      <dgm:spPr/>
      <dgm:t>
        <a:bodyPr/>
        <a:lstStyle/>
        <a:p>
          <a:endParaRPr lang="ru-RU"/>
        </a:p>
      </dgm:t>
    </dgm:pt>
    <dgm:pt modelId="{96562B49-6187-4106-AB0D-5E62832E101D}">
      <dgm:prSet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История заказов</a:t>
          </a:r>
        </a:p>
      </dgm:t>
    </dgm:pt>
    <dgm:pt modelId="{15A732B5-B6C8-401E-991D-178D8F6A3591}" type="parTrans" cxnId="{4E0B0EF5-D01F-4EA2-BD2B-3F9A57DE0EE9}">
      <dgm:prSet/>
      <dgm:spPr/>
      <dgm:t>
        <a:bodyPr/>
        <a:lstStyle/>
        <a:p>
          <a:endParaRPr lang="ru-RU"/>
        </a:p>
      </dgm:t>
    </dgm:pt>
    <dgm:pt modelId="{02C5187B-9509-4953-8F5A-D4D69FFCECE6}" type="sibTrans" cxnId="{4E0B0EF5-D01F-4EA2-BD2B-3F9A57DE0EE9}">
      <dgm:prSet/>
      <dgm:spPr/>
      <dgm:t>
        <a:bodyPr/>
        <a:lstStyle/>
        <a:p>
          <a:endParaRPr lang="ru-RU"/>
        </a:p>
      </dgm:t>
    </dgm:pt>
    <dgm:pt modelId="{FD4047EE-1293-4915-A85D-D492FF0A4C65}">
      <dgm:prSet custT="1"/>
      <dgm:spPr/>
      <dgm:t>
        <a:bodyPr/>
        <a:lstStyle/>
        <a:p>
          <a:r>
            <a:rPr lang="ru-RU" sz="1050">
              <a:latin typeface="Times New Roman" panose="02020603050405020304" pitchFamily="18" charset="0"/>
              <a:cs typeface="Times New Roman" panose="02020603050405020304" pitchFamily="18" charset="0"/>
            </a:rPr>
            <a:t>Товары</a:t>
          </a:r>
        </a:p>
      </dgm:t>
    </dgm:pt>
    <dgm:pt modelId="{624DAC90-DD26-4117-894D-5282562AFD27}" type="parTrans" cxnId="{2C3C64C3-4A69-4351-9CF3-427B96FEC15F}">
      <dgm:prSet/>
      <dgm:spPr/>
      <dgm:t>
        <a:bodyPr/>
        <a:lstStyle/>
        <a:p>
          <a:endParaRPr lang="ru-RU"/>
        </a:p>
      </dgm:t>
    </dgm:pt>
    <dgm:pt modelId="{58559911-8FE0-4BA9-B1DD-981B780259CF}" type="sibTrans" cxnId="{2C3C64C3-4A69-4351-9CF3-427B96FEC15F}">
      <dgm:prSet/>
      <dgm:spPr/>
      <dgm:t>
        <a:bodyPr/>
        <a:lstStyle/>
        <a:p>
          <a:endParaRPr lang="ru-RU"/>
        </a:p>
      </dgm:t>
    </dgm:pt>
    <dgm:pt modelId="{764B7987-FFE3-4B31-9B41-2E31ACB1A813}">
      <dgm:prSet custT="1"/>
      <dgm:spPr/>
      <dgm:t>
        <a:bodyPr/>
        <a:lstStyle/>
        <a:p>
          <a:r>
            <a:rPr lang="ru-RU" sz="1050"/>
            <a:t>Контакты</a:t>
          </a:r>
        </a:p>
      </dgm:t>
    </dgm:pt>
    <dgm:pt modelId="{34179A7A-0A6F-4A8E-BAF0-6643E1067119}" type="parTrans" cxnId="{36DCF8EC-9135-4E5F-8883-052AB297D11E}">
      <dgm:prSet/>
      <dgm:spPr/>
      <dgm:t>
        <a:bodyPr/>
        <a:lstStyle/>
        <a:p>
          <a:endParaRPr lang="ru-RU"/>
        </a:p>
      </dgm:t>
    </dgm:pt>
    <dgm:pt modelId="{34A3D9CD-F7A6-4A40-BE62-EF185D4659A2}" type="sibTrans" cxnId="{36DCF8EC-9135-4E5F-8883-052AB297D11E}">
      <dgm:prSet/>
      <dgm:spPr/>
      <dgm:t>
        <a:bodyPr/>
        <a:lstStyle/>
        <a:p>
          <a:endParaRPr lang="ru-RU"/>
        </a:p>
      </dgm:t>
    </dgm:pt>
    <dgm:pt modelId="{BFE8E851-ED7F-4911-B96A-F441E5991CC7}" type="pres">
      <dgm:prSet presAssocID="{83FA93B2-DA92-4EF5-B299-EF5A847C5C4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CF632E5-C097-4634-80ED-E246358C556B}" type="pres">
      <dgm:prSet presAssocID="{83FA93B2-DA92-4EF5-B299-EF5A847C5C49}" presName="hierFlow" presStyleCnt="0"/>
      <dgm:spPr/>
    </dgm:pt>
    <dgm:pt modelId="{2457E543-1F95-4CAC-8BFD-34B3C9E0150C}" type="pres">
      <dgm:prSet presAssocID="{83FA93B2-DA92-4EF5-B299-EF5A847C5C4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2C2F3C1-BC41-42A2-955F-AA4F0CF1FD03}" type="pres">
      <dgm:prSet presAssocID="{479F2055-081F-4536-AB84-69D1A8172757}" presName="Name14" presStyleCnt="0"/>
      <dgm:spPr/>
    </dgm:pt>
    <dgm:pt modelId="{A45A9A98-E525-41B8-92BF-A31C903231E6}" type="pres">
      <dgm:prSet presAssocID="{479F2055-081F-4536-AB84-69D1A8172757}" presName="level1Shape" presStyleLbl="node0" presStyleIdx="0" presStyleCnt="1">
        <dgm:presLayoutVars>
          <dgm:chPref val="3"/>
        </dgm:presLayoutVars>
      </dgm:prSet>
      <dgm:spPr/>
    </dgm:pt>
    <dgm:pt modelId="{0B8BE87B-489B-4DE6-87D0-001BA47CD502}" type="pres">
      <dgm:prSet presAssocID="{479F2055-081F-4536-AB84-69D1A8172757}" presName="hierChild2" presStyleCnt="0"/>
      <dgm:spPr/>
    </dgm:pt>
    <dgm:pt modelId="{A69CD54B-3C72-4563-8B3F-F7EA146CB60E}" type="pres">
      <dgm:prSet presAssocID="{34179A7A-0A6F-4A8E-BAF0-6643E1067119}" presName="Name19" presStyleLbl="parChTrans1D2" presStyleIdx="0" presStyleCnt="5"/>
      <dgm:spPr/>
    </dgm:pt>
    <dgm:pt modelId="{7EA3A7FC-36A9-45B2-9658-6B0AE64079B0}" type="pres">
      <dgm:prSet presAssocID="{764B7987-FFE3-4B31-9B41-2E31ACB1A813}" presName="Name21" presStyleCnt="0"/>
      <dgm:spPr/>
    </dgm:pt>
    <dgm:pt modelId="{75BBCCF2-A59E-44D4-8063-94CF5CCF9242}" type="pres">
      <dgm:prSet presAssocID="{764B7987-FFE3-4B31-9B41-2E31ACB1A813}" presName="level2Shape" presStyleLbl="node2" presStyleIdx="0" presStyleCnt="5"/>
      <dgm:spPr/>
    </dgm:pt>
    <dgm:pt modelId="{D9B37A0D-354B-497B-9F60-BF0F8E3C27B9}" type="pres">
      <dgm:prSet presAssocID="{764B7987-FFE3-4B31-9B41-2E31ACB1A813}" presName="hierChild3" presStyleCnt="0"/>
      <dgm:spPr/>
    </dgm:pt>
    <dgm:pt modelId="{E98BE7AE-A46B-4286-9F12-75B3C829C8B3}" type="pres">
      <dgm:prSet presAssocID="{AB60A8CB-9CD3-4CB1-8BFC-DA797A0162AD}" presName="Name19" presStyleLbl="parChTrans1D2" presStyleIdx="1" presStyleCnt="5"/>
      <dgm:spPr/>
    </dgm:pt>
    <dgm:pt modelId="{DB690762-7E26-41D5-9400-9A7E4C166AA4}" type="pres">
      <dgm:prSet presAssocID="{339E770B-830C-42B4-8C29-44BCF2EE6E08}" presName="Name21" presStyleCnt="0"/>
      <dgm:spPr/>
    </dgm:pt>
    <dgm:pt modelId="{0559A714-E7B3-47AB-BE9E-9E6634C422CF}" type="pres">
      <dgm:prSet presAssocID="{339E770B-830C-42B4-8C29-44BCF2EE6E08}" presName="level2Shape" presStyleLbl="node2" presStyleIdx="1" presStyleCnt="5"/>
      <dgm:spPr/>
    </dgm:pt>
    <dgm:pt modelId="{BEBD7B82-91CF-498F-9FA5-A282685D3670}" type="pres">
      <dgm:prSet presAssocID="{339E770B-830C-42B4-8C29-44BCF2EE6E08}" presName="hierChild3" presStyleCnt="0"/>
      <dgm:spPr/>
    </dgm:pt>
    <dgm:pt modelId="{D9ED8A6A-BF3A-421F-BF36-92E7664E2498}" type="pres">
      <dgm:prSet presAssocID="{9F4FFF06-787F-452D-82FB-647A3B16F661}" presName="Name19" presStyleLbl="parChTrans1D3" presStyleIdx="0" presStyleCnt="4"/>
      <dgm:spPr/>
    </dgm:pt>
    <dgm:pt modelId="{2DF00A53-303E-4D2A-B0AC-9D7922BD2AB0}" type="pres">
      <dgm:prSet presAssocID="{F84018F0-19A4-40BD-B722-6BEEEA3962B0}" presName="Name21" presStyleCnt="0"/>
      <dgm:spPr/>
    </dgm:pt>
    <dgm:pt modelId="{663F6B4E-3C8D-4E10-86AB-14A552D511AD}" type="pres">
      <dgm:prSet presAssocID="{F84018F0-19A4-40BD-B722-6BEEEA3962B0}" presName="level2Shape" presStyleLbl="node3" presStyleIdx="0" presStyleCnt="4"/>
      <dgm:spPr/>
    </dgm:pt>
    <dgm:pt modelId="{39D37D90-C943-4B88-8200-8762E3E86BFA}" type="pres">
      <dgm:prSet presAssocID="{F84018F0-19A4-40BD-B722-6BEEEA3962B0}" presName="hierChild3" presStyleCnt="0"/>
      <dgm:spPr/>
    </dgm:pt>
    <dgm:pt modelId="{7FDBFC31-0612-4F0A-85D7-212D77FB7AB2}" type="pres">
      <dgm:prSet presAssocID="{267D1F10-A7B3-4C9C-9A91-4B4C79F55204}" presName="Name19" presStyleLbl="parChTrans1D2" presStyleIdx="2" presStyleCnt="5"/>
      <dgm:spPr/>
    </dgm:pt>
    <dgm:pt modelId="{02CF5E54-8006-4551-83DA-D0DFBA8CCB0C}" type="pres">
      <dgm:prSet presAssocID="{EB735288-CDBE-49AA-9F6B-06E3DA7A4370}" presName="Name21" presStyleCnt="0"/>
      <dgm:spPr/>
    </dgm:pt>
    <dgm:pt modelId="{AA08B2A2-2CC7-4F4F-A0AD-CCB2C8F761DD}" type="pres">
      <dgm:prSet presAssocID="{EB735288-CDBE-49AA-9F6B-06E3DA7A4370}" presName="level2Shape" presStyleLbl="node2" presStyleIdx="2" presStyleCnt="5"/>
      <dgm:spPr/>
    </dgm:pt>
    <dgm:pt modelId="{392D485F-88A2-4848-AC38-D42649911243}" type="pres">
      <dgm:prSet presAssocID="{EB735288-CDBE-49AA-9F6B-06E3DA7A4370}" presName="hierChild3" presStyleCnt="0"/>
      <dgm:spPr/>
    </dgm:pt>
    <dgm:pt modelId="{70BB9AD2-E3D7-4E1B-8AAD-ED797A6B8C8B}" type="pres">
      <dgm:prSet presAssocID="{761991E2-A273-40ED-B42E-B42A95CB4E4D}" presName="Name19" presStyleLbl="parChTrans1D2" presStyleIdx="3" presStyleCnt="5"/>
      <dgm:spPr/>
    </dgm:pt>
    <dgm:pt modelId="{5B36DFE9-4C70-4527-B273-02804D5A5ACB}" type="pres">
      <dgm:prSet presAssocID="{3EF2A6F1-5460-48F2-A612-C1062BD0C017}" presName="Name21" presStyleCnt="0"/>
      <dgm:spPr/>
    </dgm:pt>
    <dgm:pt modelId="{A2FE5561-8D48-4F7B-AC61-F87B6B2C0A04}" type="pres">
      <dgm:prSet presAssocID="{3EF2A6F1-5460-48F2-A612-C1062BD0C017}" presName="level2Shape" presStyleLbl="node2" presStyleIdx="3" presStyleCnt="5"/>
      <dgm:spPr/>
    </dgm:pt>
    <dgm:pt modelId="{78D814A2-BE3A-4815-8A1A-FFB81CD6C737}" type="pres">
      <dgm:prSet presAssocID="{3EF2A6F1-5460-48F2-A612-C1062BD0C017}" presName="hierChild3" presStyleCnt="0"/>
      <dgm:spPr/>
    </dgm:pt>
    <dgm:pt modelId="{BB47F089-C831-4423-805B-AD06A9CAEBB0}" type="pres">
      <dgm:prSet presAssocID="{F32A77CC-D5B5-4CE4-BC52-2405DD09014C}" presName="Name19" presStyleLbl="parChTrans1D3" presStyleIdx="1" presStyleCnt="4"/>
      <dgm:spPr/>
    </dgm:pt>
    <dgm:pt modelId="{19FF62A7-AD8F-4749-BC59-7E8D28D64C73}" type="pres">
      <dgm:prSet presAssocID="{90533F79-3BAA-4B71-94BB-458AA58E3B81}" presName="Name21" presStyleCnt="0"/>
      <dgm:spPr/>
    </dgm:pt>
    <dgm:pt modelId="{08FB94F6-4759-4AB6-B5EF-73055D76B2F6}" type="pres">
      <dgm:prSet presAssocID="{90533F79-3BAA-4B71-94BB-458AA58E3B81}" presName="level2Shape" presStyleLbl="node3" presStyleIdx="1" presStyleCnt="4"/>
      <dgm:spPr/>
    </dgm:pt>
    <dgm:pt modelId="{F63A92B7-AFFD-4540-9019-E2F0BF9A879A}" type="pres">
      <dgm:prSet presAssocID="{90533F79-3BAA-4B71-94BB-458AA58E3B81}" presName="hierChild3" presStyleCnt="0"/>
      <dgm:spPr/>
    </dgm:pt>
    <dgm:pt modelId="{3E5104F0-D9C9-4792-8541-540186A20C0C}" type="pres">
      <dgm:prSet presAssocID="{15A732B5-B6C8-401E-991D-178D8F6A3591}" presName="Name19" presStyleLbl="parChTrans1D3" presStyleIdx="2" presStyleCnt="4"/>
      <dgm:spPr/>
    </dgm:pt>
    <dgm:pt modelId="{22922CF2-3243-4923-B661-38B4FB1786D6}" type="pres">
      <dgm:prSet presAssocID="{96562B49-6187-4106-AB0D-5E62832E101D}" presName="Name21" presStyleCnt="0"/>
      <dgm:spPr/>
    </dgm:pt>
    <dgm:pt modelId="{0B971760-0661-4A4D-AFF1-CFF91147D62A}" type="pres">
      <dgm:prSet presAssocID="{96562B49-6187-4106-AB0D-5E62832E101D}" presName="level2Shape" presStyleLbl="node3" presStyleIdx="2" presStyleCnt="4" custLinFactNeighborX="4925" custLinFactNeighborY="173"/>
      <dgm:spPr/>
    </dgm:pt>
    <dgm:pt modelId="{B78BE466-C9BE-4F5B-AAB5-1D15F4E94A6E}" type="pres">
      <dgm:prSet presAssocID="{96562B49-6187-4106-AB0D-5E62832E101D}" presName="hierChild3" presStyleCnt="0"/>
      <dgm:spPr/>
    </dgm:pt>
    <dgm:pt modelId="{C64897F7-A053-40D7-B2E7-D7639D3BBEF2}" type="pres">
      <dgm:prSet presAssocID="{E98FF075-9759-4FCA-9D6A-2DD6BF6FD335}" presName="Name19" presStyleLbl="parChTrans1D2" presStyleIdx="4" presStyleCnt="5"/>
      <dgm:spPr/>
    </dgm:pt>
    <dgm:pt modelId="{AFFCA231-33A1-413A-B143-6B8645760B50}" type="pres">
      <dgm:prSet presAssocID="{6FE1967D-3E72-4D3B-8841-41FEB0A2B6F3}" presName="Name21" presStyleCnt="0"/>
      <dgm:spPr/>
    </dgm:pt>
    <dgm:pt modelId="{0B301ABA-6B12-41CE-9403-BD45B4D8C1CD}" type="pres">
      <dgm:prSet presAssocID="{6FE1967D-3E72-4D3B-8841-41FEB0A2B6F3}" presName="level2Shape" presStyleLbl="node2" presStyleIdx="4" presStyleCnt="5"/>
      <dgm:spPr/>
    </dgm:pt>
    <dgm:pt modelId="{FF7EF302-60F0-462D-AA48-FA4CBAEE9B10}" type="pres">
      <dgm:prSet presAssocID="{6FE1967D-3E72-4D3B-8841-41FEB0A2B6F3}" presName="hierChild3" presStyleCnt="0"/>
      <dgm:spPr/>
    </dgm:pt>
    <dgm:pt modelId="{8483319A-F8CD-4238-9C65-BD42D124D0FC}" type="pres">
      <dgm:prSet presAssocID="{2025CB4F-81D0-4144-B537-057D10B3B0CD}" presName="Name19" presStyleLbl="parChTrans1D3" presStyleIdx="3" presStyleCnt="4"/>
      <dgm:spPr/>
    </dgm:pt>
    <dgm:pt modelId="{B345AAEB-FEC0-429E-B646-78FFD1358981}" type="pres">
      <dgm:prSet presAssocID="{AD75E485-4DB0-4AF4-80AE-3E2782FB6CC6}" presName="Name21" presStyleCnt="0"/>
      <dgm:spPr/>
    </dgm:pt>
    <dgm:pt modelId="{84D46A23-FD9C-46B2-9574-886A6AFA0BA2}" type="pres">
      <dgm:prSet presAssocID="{AD75E485-4DB0-4AF4-80AE-3E2782FB6CC6}" presName="level2Shape" presStyleLbl="node3" presStyleIdx="3" presStyleCnt="4"/>
      <dgm:spPr/>
    </dgm:pt>
    <dgm:pt modelId="{1CA251F5-F18D-4786-992D-785CC170EF19}" type="pres">
      <dgm:prSet presAssocID="{AD75E485-4DB0-4AF4-80AE-3E2782FB6CC6}" presName="hierChild3" presStyleCnt="0"/>
      <dgm:spPr/>
    </dgm:pt>
    <dgm:pt modelId="{FDE920E3-9D4C-4A19-A193-9A88624A1B7C}" type="pres">
      <dgm:prSet presAssocID="{624DAC90-DD26-4117-894D-5282562AFD27}" presName="Name19" presStyleLbl="parChTrans1D4" presStyleIdx="0" presStyleCnt="1"/>
      <dgm:spPr/>
    </dgm:pt>
    <dgm:pt modelId="{49154215-8EC8-4CB7-83CA-ADBE570C6802}" type="pres">
      <dgm:prSet presAssocID="{FD4047EE-1293-4915-A85D-D492FF0A4C65}" presName="Name21" presStyleCnt="0"/>
      <dgm:spPr/>
    </dgm:pt>
    <dgm:pt modelId="{18E8B069-BB16-4C9B-9A7D-ACE09939E091}" type="pres">
      <dgm:prSet presAssocID="{FD4047EE-1293-4915-A85D-D492FF0A4C65}" presName="level2Shape" presStyleLbl="node4" presStyleIdx="0" presStyleCnt="1"/>
      <dgm:spPr/>
    </dgm:pt>
    <dgm:pt modelId="{ED8593FC-C3C4-4F6E-A832-5B400A508669}" type="pres">
      <dgm:prSet presAssocID="{FD4047EE-1293-4915-A85D-D492FF0A4C65}" presName="hierChild3" presStyleCnt="0"/>
      <dgm:spPr/>
    </dgm:pt>
    <dgm:pt modelId="{E106AD72-5EFC-4E21-95DF-5902869AE192}" type="pres">
      <dgm:prSet presAssocID="{83FA93B2-DA92-4EF5-B299-EF5A847C5C49}" presName="bgShapesFlow" presStyleCnt="0"/>
      <dgm:spPr/>
    </dgm:pt>
  </dgm:ptLst>
  <dgm:cxnLst>
    <dgm:cxn modelId="{D76CAE03-F017-49A9-8748-6AC525184A24}" type="presOf" srcId="{2025CB4F-81D0-4144-B537-057D10B3B0CD}" destId="{8483319A-F8CD-4238-9C65-BD42D124D0FC}" srcOrd="0" destOrd="0" presId="urn:microsoft.com/office/officeart/2005/8/layout/hierarchy6"/>
    <dgm:cxn modelId="{648CDD06-CBC9-4FAC-9C54-BAF91C926721}" type="presOf" srcId="{FD4047EE-1293-4915-A85D-D492FF0A4C65}" destId="{18E8B069-BB16-4C9B-9A7D-ACE09939E091}" srcOrd="0" destOrd="0" presId="urn:microsoft.com/office/officeart/2005/8/layout/hierarchy6"/>
    <dgm:cxn modelId="{DB49EC0D-FBA2-49AA-BEF3-B6CE41749010}" srcId="{479F2055-081F-4536-AB84-69D1A8172757}" destId="{3EF2A6F1-5460-48F2-A612-C1062BD0C017}" srcOrd="3" destOrd="0" parTransId="{761991E2-A273-40ED-B42E-B42A95CB4E4D}" sibTransId="{9047622F-E539-4FD6-ABE2-F330F343C2D6}"/>
    <dgm:cxn modelId="{E258FA14-195A-411D-ABE2-8B4DFDC09FBB}" srcId="{339E770B-830C-42B4-8C29-44BCF2EE6E08}" destId="{F84018F0-19A4-40BD-B722-6BEEEA3962B0}" srcOrd="0" destOrd="0" parTransId="{9F4FFF06-787F-452D-82FB-647A3B16F661}" sibTransId="{A79AF860-7C32-4C01-8575-33B140474690}"/>
    <dgm:cxn modelId="{96B7001B-25C9-4190-89F2-9399F2A534F7}" type="presOf" srcId="{479F2055-081F-4536-AB84-69D1A8172757}" destId="{A45A9A98-E525-41B8-92BF-A31C903231E6}" srcOrd="0" destOrd="0" presId="urn:microsoft.com/office/officeart/2005/8/layout/hierarchy6"/>
    <dgm:cxn modelId="{664C561E-2F6E-4A40-B596-F858E97050AF}" type="presOf" srcId="{F84018F0-19A4-40BD-B722-6BEEEA3962B0}" destId="{663F6B4E-3C8D-4E10-86AB-14A552D511AD}" srcOrd="0" destOrd="0" presId="urn:microsoft.com/office/officeart/2005/8/layout/hierarchy6"/>
    <dgm:cxn modelId="{89EBFE21-D51B-4AA4-920D-3B71981C151D}" srcId="{479F2055-081F-4536-AB84-69D1A8172757}" destId="{EB735288-CDBE-49AA-9F6B-06E3DA7A4370}" srcOrd="2" destOrd="0" parTransId="{267D1F10-A7B3-4C9C-9A91-4B4C79F55204}" sibTransId="{BFE4F392-570C-419A-A272-98F0B1BD0266}"/>
    <dgm:cxn modelId="{41E87B39-284A-4A20-AD2A-2D080E3D5BAB}" type="presOf" srcId="{EB735288-CDBE-49AA-9F6B-06E3DA7A4370}" destId="{AA08B2A2-2CC7-4F4F-A0AD-CCB2C8F761DD}" srcOrd="0" destOrd="0" presId="urn:microsoft.com/office/officeart/2005/8/layout/hierarchy6"/>
    <dgm:cxn modelId="{4E6F7C5B-5DFB-4006-A9A1-8E74244A90FF}" srcId="{479F2055-081F-4536-AB84-69D1A8172757}" destId="{339E770B-830C-42B4-8C29-44BCF2EE6E08}" srcOrd="1" destOrd="0" parTransId="{AB60A8CB-9CD3-4CB1-8BFC-DA797A0162AD}" sibTransId="{5520C6CA-B7B3-49DE-8322-82CCEDAA44BC}"/>
    <dgm:cxn modelId="{0AA0E15C-34E1-4103-86BA-15A2FB4C6C5B}" type="presOf" srcId="{764B7987-FFE3-4B31-9B41-2E31ACB1A813}" destId="{75BBCCF2-A59E-44D4-8063-94CF5CCF9242}" srcOrd="0" destOrd="0" presId="urn:microsoft.com/office/officeart/2005/8/layout/hierarchy6"/>
    <dgm:cxn modelId="{0E887044-1575-491E-AA47-FD4B4BF20597}" type="presOf" srcId="{267D1F10-A7B3-4C9C-9A91-4B4C79F55204}" destId="{7FDBFC31-0612-4F0A-85D7-212D77FB7AB2}" srcOrd="0" destOrd="0" presId="urn:microsoft.com/office/officeart/2005/8/layout/hierarchy6"/>
    <dgm:cxn modelId="{45CE3D6B-0D79-4C7D-83F2-118E4D523903}" type="presOf" srcId="{761991E2-A273-40ED-B42E-B42A95CB4E4D}" destId="{70BB9AD2-E3D7-4E1B-8AAD-ED797A6B8C8B}" srcOrd="0" destOrd="0" presId="urn:microsoft.com/office/officeart/2005/8/layout/hierarchy6"/>
    <dgm:cxn modelId="{30639F59-F677-4F24-A2A0-F51EB7ABAD0B}" type="presOf" srcId="{90533F79-3BAA-4B71-94BB-458AA58E3B81}" destId="{08FB94F6-4759-4AB6-B5EF-73055D76B2F6}" srcOrd="0" destOrd="0" presId="urn:microsoft.com/office/officeart/2005/8/layout/hierarchy6"/>
    <dgm:cxn modelId="{A8828086-9620-487D-A157-F08DEB9112AE}" srcId="{83FA93B2-DA92-4EF5-B299-EF5A847C5C49}" destId="{479F2055-081F-4536-AB84-69D1A8172757}" srcOrd="0" destOrd="0" parTransId="{DE4934F1-B258-43C2-8208-63B60FB76188}" sibTransId="{04D9BF82-C1F0-4D2A-B5EE-BAB488446ED0}"/>
    <dgm:cxn modelId="{A515A787-69C5-4D28-930E-7BE9C9A1B5FD}" type="presOf" srcId="{6FE1967D-3E72-4D3B-8841-41FEB0A2B6F3}" destId="{0B301ABA-6B12-41CE-9403-BD45B4D8C1CD}" srcOrd="0" destOrd="0" presId="urn:microsoft.com/office/officeart/2005/8/layout/hierarchy6"/>
    <dgm:cxn modelId="{C1E16088-9B5C-4EF7-866E-EA6F5102D479}" type="presOf" srcId="{E98FF075-9759-4FCA-9D6A-2DD6BF6FD335}" destId="{C64897F7-A053-40D7-B2E7-D7639D3BBEF2}" srcOrd="0" destOrd="0" presId="urn:microsoft.com/office/officeart/2005/8/layout/hierarchy6"/>
    <dgm:cxn modelId="{8F12718D-0C7E-4F6D-B6A6-909ACDF52F7E}" type="presOf" srcId="{34179A7A-0A6F-4A8E-BAF0-6643E1067119}" destId="{A69CD54B-3C72-4563-8B3F-F7EA146CB60E}" srcOrd="0" destOrd="0" presId="urn:microsoft.com/office/officeart/2005/8/layout/hierarchy6"/>
    <dgm:cxn modelId="{7FF12495-7395-4D60-BEEF-0BF4C86740E6}" srcId="{6FE1967D-3E72-4D3B-8841-41FEB0A2B6F3}" destId="{AD75E485-4DB0-4AF4-80AE-3E2782FB6CC6}" srcOrd="0" destOrd="0" parTransId="{2025CB4F-81D0-4144-B537-057D10B3B0CD}" sibTransId="{FF4BB907-65FC-4226-855F-6B6E05D69A9D}"/>
    <dgm:cxn modelId="{3581C29B-650D-48E7-B45A-A66F2C5914C7}" type="presOf" srcId="{624DAC90-DD26-4117-894D-5282562AFD27}" destId="{FDE920E3-9D4C-4A19-A193-9A88624A1B7C}" srcOrd="0" destOrd="0" presId="urn:microsoft.com/office/officeart/2005/8/layout/hierarchy6"/>
    <dgm:cxn modelId="{5B05F2B0-FE1F-4EFC-BE5A-78177FE566F3}" srcId="{3EF2A6F1-5460-48F2-A612-C1062BD0C017}" destId="{90533F79-3BAA-4B71-94BB-458AA58E3B81}" srcOrd="0" destOrd="0" parTransId="{F32A77CC-D5B5-4CE4-BC52-2405DD09014C}" sibTransId="{434BC591-1A60-4BC8-878E-89AFC1F37D6F}"/>
    <dgm:cxn modelId="{DA5CABC2-15DF-4503-9A60-E0BFC6256FF6}" type="presOf" srcId="{15A732B5-B6C8-401E-991D-178D8F6A3591}" destId="{3E5104F0-D9C9-4792-8541-540186A20C0C}" srcOrd="0" destOrd="0" presId="urn:microsoft.com/office/officeart/2005/8/layout/hierarchy6"/>
    <dgm:cxn modelId="{2C3C64C3-4A69-4351-9CF3-427B96FEC15F}" srcId="{AD75E485-4DB0-4AF4-80AE-3E2782FB6CC6}" destId="{FD4047EE-1293-4915-A85D-D492FF0A4C65}" srcOrd="0" destOrd="0" parTransId="{624DAC90-DD26-4117-894D-5282562AFD27}" sibTransId="{58559911-8FE0-4BA9-B1DD-981B780259CF}"/>
    <dgm:cxn modelId="{58DBF1C3-C00C-4809-A0FB-9E3A1E2F7110}" srcId="{479F2055-081F-4536-AB84-69D1A8172757}" destId="{6FE1967D-3E72-4D3B-8841-41FEB0A2B6F3}" srcOrd="4" destOrd="0" parTransId="{E98FF075-9759-4FCA-9D6A-2DD6BF6FD335}" sibTransId="{99AD3B65-C673-4044-A60B-56C49FE0EF11}"/>
    <dgm:cxn modelId="{4EA40AC5-2DB9-4E15-87ED-C6CF2F4D824B}" type="presOf" srcId="{F32A77CC-D5B5-4CE4-BC52-2405DD09014C}" destId="{BB47F089-C831-4423-805B-AD06A9CAEBB0}" srcOrd="0" destOrd="0" presId="urn:microsoft.com/office/officeart/2005/8/layout/hierarchy6"/>
    <dgm:cxn modelId="{310D42D2-E857-4279-9E18-4A29B1808169}" type="presOf" srcId="{AD75E485-4DB0-4AF4-80AE-3E2782FB6CC6}" destId="{84D46A23-FD9C-46B2-9574-886A6AFA0BA2}" srcOrd="0" destOrd="0" presId="urn:microsoft.com/office/officeart/2005/8/layout/hierarchy6"/>
    <dgm:cxn modelId="{0A556CD6-8595-4B18-AFCD-806B416C4D43}" type="presOf" srcId="{339E770B-830C-42B4-8C29-44BCF2EE6E08}" destId="{0559A714-E7B3-47AB-BE9E-9E6634C422CF}" srcOrd="0" destOrd="0" presId="urn:microsoft.com/office/officeart/2005/8/layout/hierarchy6"/>
    <dgm:cxn modelId="{2B1B0AD7-4AD0-482B-B5B0-8B15FE139940}" type="presOf" srcId="{3EF2A6F1-5460-48F2-A612-C1062BD0C017}" destId="{A2FE5561-8D48-4F7B-AC61-F87B6B2C0A04}" srcOrd="0" destOrd="0" presId="urn:microsoft.com/office/officeart/2005/8/layout/hierarchy6"/>
    <dgm:cxn modelId="{658822E6-71C4-4FFC-A01F-ED615F83F8B2}" type="presOf" srcId="{AB60A8CB-9CD3-4CB1-8BFC-DA797A0162AD}" destId="{E98BE7AE-A46B-4286-9F12-75B3C829C8B3}" srcOrd="0" destOrd="0" presId="urn:microsoft.com/office/officeart/2005/8/layout/hierarchy6"/>
    <dgm:cxn modelId="{ACB990EA-5B4C-4A4E-BD1F-F682B85268B9}" type="presOf" srcId="{83FA93B2-DA92-4EF5-B299-EF5A847C5C49}" destId="{BFE8E851-ED7F-4911-B96A-F441E5991CC7}" srcOrd="0" destOrd="0" presId="urn:microsoft.com/office/officeart/2005/8/layout/hierarchy6"/>
    <dgm:cxn modelId="{D608A3EC-E6B8-425F-8427-4EA060B88CFA}" type="presOf" srcId="{9F4FFF06-787F-452D-82FB-647A3B16F661}" destId="{D9ED8A6A-BF3A-421F-BF36-92E7664E2498}" srcOrd="0" destOrd="0" presId="urn:microsoft.com/office/officeart/2005/8/layout/hierarchy6"/>
    <dgm:cxn modelId="{8E80C0EC-8E96-44F9-9883-1969602396EC}" type="presOf" srcId="{96562B49-6187-4106-AB0D-5E62832E101D}" destId="{0B971760-0661-4A4D-AFF1-CFF91147D62A}" srcOrd="0" destOrd="0" presId="urn:microsoft.com/office/officeart/2005/8/layout/hierarchy6"/>
    <dgm:cxn modelId="{36DCF8EC-9135-4E5F-8883-052AB297D11E}" srcId="{479F2055-081F-4536-AB84-69D1A8172757}" destId="{764B7987-FFE3-4B31-9B41-2E31ACB1A813}" srcOrd="0" destOrd="0" parTransId="{34179A7A-0A6F-4A8E-BAF0-6643E1067119}" sibTransId="{34A3D9CD-F7A6-4A40-BE62-EF185D4659A2}"/>
    <dgm:cxn modelId="{4E0B0EF5-D01F-4EA2-BD2B-3F9A57DE0EE9}" srcId="{3EF2A6F1-5460-48F2-A612-C1062BD0C017}" destId="{96562B49-6187-4106-AB0D-5E62832E101D}" srcOrd="1" destOrd="0" parTransId="{15A732B5-B6C8-401E-991D-178D8F6A3591}" sibTransId="{02C5187B-9509-4953-8F5A-D4D69FFCECE6}"/>
    <dgm:cxn modelId="{15CD83CE-1E4D-4C57-B57C-5CF90D9E2031}" type="presParOf" srcId="{BFE8E851-ED7F-4911-B96A-F441E5991CC7}" destId="{ECF632E5-C097-4634-80ED-E246358C556B}" srcOrd="0" destOrd="0" presId="urn:microsoft.com/office/officeart/2005/8/layout/hierarchy6"/>
    <dgm:cxn modelId="{CD11C7EE-A429-4EFE-91CA-1904D8976337}" type="presParOf" srcId="{ECF632E5-C097-4634-80ED-E246358C556B}" destId="{2457E543-1F95-4CAC-8BFD-34B3C9E0150C}" srcOrd="0" destOrd="0" presId="urn:microsoft.com/office/officeart/2005/8/layout/hierarchy6"/>
    <dgm:cxn modelId="{99A1F43D-2E41-4663-A60D-82BD57B7A70A}" type="presParOf" srcId="{2457E543-1F95-4CAC-8BFD-34B3C9E0150C}" destId="{12C2F3C1-BC41-42A2-955F-AA4F0CF1FD03}" srcOrd="0" destOrd="0" presId="urn:microsoft.com/office/officeart/2005/8/layout/hierarchy6"/>
    <dgm:cxn modelId="{42039B7F-D5C4-43D9-98E6-203C7718FB4E}" type="presParOf" srcId="{12C2F3C1-BC41-42A2-955F-AA4F0CF1FD03}" destId="{A45A9A98-E525-41B8-92BF-A31C903231E6}" srcOrd="0" destOrd="0" presId="urn:microsoft.com/office/officeart/2005/8/layout/hierarchy6"/>
    <dgm:cxn modelId="{994831C1-BBA6-4694-BDC6-A86A0B81EBE1}" type="presParOf" srcId="{12C2F3C1-BC41-42A2-955F-AA4F0CF1FD03}" destId="{0B8BE87B-489B-4DE6-87D0-001BA47CD502}" srcOrd="1" destOrd="0" presId="urn:microsoft.com/office/officeart/2005/8/layout/hierarchy6"/>
    <dgm:cxn modelId="{FEC6DFFE-9B88-4A25-A3A1-1243551F09DA}" type="presParOf" srcId="{0B8BE87B-489B-4DE6-87D0-001BA47CD502}" destId="{A69CD54B-3C72-4563-8B3F-F7EA146CB60E}" srcOrd="0" destOrd="0" presId="urn:microsoft.com/office/officeart/2005/8/layout/hierarchy6"/>
    <dgm:cxn modelId="{81F9601F-75B8-4320-954D-02A97B10C24D}" type="presParOf" srcId="{0B8BE87B-489B-4DE6-87D0-001BA47CD502}" destId="{7EA3A7FC-36A9-45B2-9658-6B0AE64079B0}" srcOrd="1" destOrd="0" presId="urn:microsoft.com/office/officeart/2005/8/layout/hierarchy6"/>
    <dgm:cxn modelId="{7663B8BD-BE21-46A8-A061-5CF2FD39D6F8}" type="presParOf" srcId="{7EA3A7FC-36A9-45B2-9658-6B0AE64079B0}" destId="{75BBCCF2-A59E-44D4-8063-94CF5CCF9242}" srcOrd="0" destOrd="0" presId="urn:microsoft.com/office/officeart/2005/8/layout/hierarchy6"/>
    <dgm:cxn modelId="{CAA019BA-3ECE-4E72-94C2-D0F48C50EB3A}" type="presParOf" srcId="{7EA3A7FC-36A9-45B2-9658-6B0AE64079B0}" destId="{D9B37A0D-354B-497B-9F60-BF0F8E3C27B9}" srcOrd="1" destOrd="0" presId="urn:microsoft.com/office/officeart/2005/8/layout/hierarchy6"/>
    <dgm:cxn modelId="{DFF598A2-A5A0-4CE6-8750-4741D6CCF121}" type="presParOf" srcId="{0B8BE87B-489B-4DE6-87D0-001BA47CD502}" destId="{E98BE7AE-A46B-4286-9F12-75B3C829C8B3}" srcOrd="2" destOrd="0" presId="urn:microsoft.com/office/officeart/2005/8/layout/hierarchy6"/>
    <dgm:cxn modelId="{1CB0B81B-19AF-4B62-9F94-6151E7AA3C09}" type="presParOf" srcId="{0B8BE87B-489B-4DE6-87D0-001BA47CD502}" destId="{DB690762-7E26-41D5-9400-9A7E4C166AA4}" srcOrd="3" destOrd="0" presId="urn:microsoft.com/office/officeart/2005/8/layout/hierarchy6"/>
    <dgm:cxn modelId="{7C8EB6C5-4550-44D5-909F-9B3A7764FBB0}" type="presParOf" srcId="{DB690762-7E26-41D5-9400-9A7E4C166AA4}" destId="{0559A714-E7B3-47AB-BE9E-9E6634C422CF}" srcOrd="0" destOrd="0" presId="urn:microsoft.com/office/officeart/2005/8/layout/hierarchy6"/>
    <dgm:cxn modelId="{E46EF494-1EA5-4E92-B15C-47D2093AEE57}" type="presParOf" srcId="{DB690762-7E26-41D5-9400-9A7E4C166AA4}" destId="{BEBD7B82-91CF-498F-9FA5-A282685D3670}" srcOrd="1" destOrd="0" presId="urn:microsoft.com/office/officeart/2005/8/layout/hierarchy6"/>
    <dgm:cxn modelId="{04D50917-CE4E-4147-AB37-153CCC093076}" type="presParOf" srcId="{BEBD7B82-91CF-498F-9FA5-A282685D3670}" destId="{D9ED8A6A-BF3A-421F-BF36-92E7664E2498}" srcOrd="0" destOrd="0" presId="urn:microsoft.com/office/officeart/2005/8/layout/hierarchy6"/>
    <dgm:cxn modelId="{5DC86DAC-A7F4-42F0-957F-FC82C41E8BBE}" type="presParOf" srcId="{BEBD7B82-91CF-498F-9FA5-A282685D3670}" destId="{2DF00A53-303E-4D2A-B0AC-9D7922BD2AB0}" srcOrd="1" destOrd="0" presId="urn:microsoft.com/office/officeart/2005/8/layout/hierarchy6"/>
    <dgm:cxn modelId="{0287DFD5-751A-49BC-906B-A438D8A6E603}" type="presParOf" srcId="{2DF00A53-303E-4D2A-B0AC-9D7922BD2AB0}" destId="{663F6B4E-3C8D-4E10-86AB-14A552D511AD}" srcOrd="0" destOrd="0" presId="urn:microsoft.com/office/officeart/2005/8/layout/hierarchy6"/>
    <dgm:cxn modelId="{63D7F360-919E-459B-B8C5-DFDA4E72FDC0}" type="presParOf" srcId="{2DF00A53-303E-4D2A-B0AC-9D7922BD2AB0}" destId="{39D37D90-C943-4B88-8200-8762E3E86BFA}" srcOrd="1" destOrd="0" presId="urn:microsoft.com/office/officeart/2005/8/layout/hierarchy6"/>
    <dgm:cxn modelId="{440F49CF-DBC1-4AB1-A85F-B44608991659}" type="presParOf" srcId="{0B8BE87B-489B-4DE6-87D0-001BA47CD502}" destId="{7FDBFC31-0612-4F0A-85D7-212D77FB7AB2}" srcOrd="4" destOrd="0" presId="urn:microsoft.com/office/officeart/2005/8/layout/hierarchy6"/>
    <dgm:cxn modelId="{453276BF-8CBE-4CB0-98B7-F20E7E9E78EB}" type="presParOf" srcId="{0B8BE87B-489B-4DE6-87D0-001BA47CD502}" destId="{02CF5E54-8006-4551-83DA-D0DFBA8CCB0C}" srcOrd="5" destOrd="0" presId="urn:microsoft.com/office/officeart/2005/8/layout/hierarchy6"/>
    <dgm:cxn modelId="{D349E02F-D077-426E-82E6-1F79F1B97845}" type="presParOf" srcId="{02CF5E54-8006-4551-83DA-D0DFBA8CCB0C}" destId="{AA08B2A2-2CC7-4F4F-A0AD-CCB2C8F761DD}" srcOrd="0" destOrd="0" presId="urn:microsoft.com/office/officeart/2005/8/layout/hierarchy6"/>
    <dgm:cxn modelId="{9BF0CB06-C89A-454B-BB23-CDEE2034067C}" type="presParOf" srcId="{02CF5E54-8006-4551-83DA-D0DFBA8CCB0C}" destId="{392D485F-88A2-4848-AC38-D42649911243}" srcOrd="1" destOrd="0" presId="urn:microsoft.com/office/officeart/2005/8/layout/hierarchy6"/>
    <dgm:cxn modelId="{FCF76068-280E-4945-A082-20AACC2D9B2E}" type="presParOf" srcId="{0B8BE87B-489B-4DE6-87D0-001BA47CD502}" destId="{70BB9AD2-E3D7-4E1B-8AAD-ED797A6B8C8B}" srcOrd="6" destOrd="0" presId="urn:microsoft.com/office/officeart/2005/8/layout/hierarchy6"/>
    <dgm:cxn modelId="{6DBB9F3E-3924-4261-8965-45181ECBABBE}" type="presParOf" srcId="{0B8BE87B-489B-4DE6-87D0-001BA47CD502}" destId="{5B36DFE9-4C70-4527-B273-02804D5A5ACB}" srcOrd="7" destOrd="0" presId="urn:microsoft.com/office/officeart/2005/8/layout/hierarchy6"/>
    <dgm:cxn modelId="{3F03BD66-2F15-4275-B290-0C9E9DA11466}" type="presParOf" srcId="{5B36DFE9-4C70-4527-B273-02804D5A5ACB}" destId="{A2FE5561-8D48-4F7B-AC61-F87B6B2C0A04}" srcOrd="0" destOrd="0" presId="urn:microsoft.com/office/officeart/2005/8/layout/hierarchy6"/>
    <dgm:cxn modelId="{88AE93F3-2B49-496D-9B24-FD5136687E4B}" type="presParOf" srcId="{5B36DFE9-4C70-4527-B273-02804D5A5ACB}" destId="{78D814A2-BE3A-4815-8A1A-FFB81CD6C737}" srcOrd="1" destOrd="0" presId="urn:microsoft.com/office/officeart/2005/8/layout/hierarchy6"/>
    <dgm:cxn modelId="{A0973455-3B25-45DD-A2FF-AAFC67EC5388}" type="presParOf" srcId="{78D814A2-BE3A-4815-8A1A-FFB81CD6C737}" destId="{BB47F089-C831-4423-805B-AD06A9CAEBB0}" srcOrd="0" destOrd="0" presId="urn:microsoft.com/office/officeart/2005/8/layout/hierarchy6"/>
    <dgm:cxn modelId="{D64D0415-2079-48DF-8E22-C891027AA853}" type="presParOf" srcId="{78D814A2-BE3A-4815-8A1A-FFB81CD6C737}" destId="{19FF62A7-AD8F-4749-BC59-7E8D28D64C73}" srcOrd="1" destOrd="0" presId="urn:microsoft.com/office/officeart/2005/8/layout/hierarchy6"/>
    <dgm:cxn modelId="{DBE960EA-872B-4A70-B81D-3F4D8C321C72}" type="presParOf" srcId="{19FF62A7-AD8F-4749-BC59-7E8D28D64C73}" destId="{08FB94F6-4759-4AB6-B5EF-73055D76B2F6}" srcOrd="0" destOrd="0" presId="urn:microsoft.com/office/officeart/2005/8/layout/hierarchy6"/>
    <dgm:cxn modelId="{26DE7CBB-229E-4CFC-B815-3C131BB70954}" type="presParOf" srcId="{19FF62A7-AD8F-4749-BC59-7E8D28D64C73}" destId="{F63A92B7-AFFD-4540-9019-E2F0BF9A879A}" srcOrd="1" destOrd="0" presId="urn:microsoft.com/office/officeart/2005/8/layout/hierarchy6"/>
    <dgm:cxn modelId="{2704E245-79C5-4D00-A1A9-F39C0C43A5F4}" type="presParOf" srcId="{78D814A2-BE3A-4815-8A1A-FFB81CD6C737}" destId="{3E5104F0-D9C9-4792-8541-540186A20C0C}" srcOrd="2" destOrd="0" presId="urn:microsoft.com/office/officeart/2005/8/layout/hierarchy6"/>
    <dgm:cxn modelId="{81EF4AD4-BB34-43DE-B98F-B09D24BA55C3}" type="presParOf" srcId="{78D814A2-BE3A-4815-8A1A-FFB81CD6C737}" destId="{22922CF2-3243-4923-B661-38B4FB1786D6}" srcOrd="3" destOrd="0" presId="urn:microsoft.com/office/officeart/2005/8/layout/hierarchy6"/>
    <dgm:cxn modelId="{6B5D6A8C-C250-4608-B8C9-810FD38E2681}" type="presParOf" srcId="{22922CF2-3243-4923-B661-38B4FB1786D6}" destId="{0B971760-0661-4A4D-AFF1-CFF91147D62A}" srcOrd="0" destOrd="0" presId="urn:microsoft.com/office/officeart/2005/8/layout/hierarchy6"/>
    <dgm:cxn modelId="{EDEA5C79-A38F-4BBC-BE01-251EB42B6FD2}" type="presParOf" srcId="{22922CF2-3243-4923-B661-38B4FB1786D6}" destId="{B78BE466-C9BE-4F5B-AAB5-1D15F4E94A6E}" srcOrd="1" destOrd="0" presId="urn:microsoft.com/office/officeart/2005/8/layout/hierarchy6"/>
    <dgm:cxn modelId="{F923E4EF-2E87-4C4D-A0CD-0A7120769E04}" type="presParOf" srcId="{0B8BE87B-489B-4DE6-87D0-001BA47CD502}" destId="{C64897F7-A053-40D7-B2E7-D7639D3BBEF2}" srcOrd="8" destOrd="0" presId="urn:microsoft.com/office/officeart/2005/8/layout/hierarchy6"/>
    <dgm:cxn modelId="{79086D14-2289-444F-8743-79862C715832}" type="presParOf" srcId="{0B8BE87B-489B-4DE6-87D0-001BA47CD502}" destId="{AFFCA231-33A1-413A-B143-6B8645760B50}" srcOrd="9" destOrd="0" presId="urn:microsoft.com/office/officeart/2005/8/layout/hierarchy6"/>
    <dgm:cxn modelId="{2711D3E5-5326-4235-AFBF-6483E97F974A}" type="presParOf" srcId="{AFFCA231-33A1-413A-B143-6B8645760B50}" destId="{0B301ABA-6B12-41CE-9403-BD45B4D8C1CD}" srcOrd="0" destOrd="0" presId="urn:microsoft.com/office/officeart/2005/8/layout/hierarchy6"/>
    <dgm:cxn modelId="{A017F642-9C2E-4206-96EB-805B918BE6F0}" type="presParOf" srcId="{AFFCA231-33A1-413A-B143-6B8645760B50}" destId="{FF7EF302-60F0-462D-AA48-FA4CBAEE9B10}" srcOrd="1" destOrd="0" presId="urn:microsoft.com/office/officeart/2005/8/layout/hierarchy6"/>
    <dgm:cxn modelId="{5A9C9254-8532-4953-A4DA-2845A8B97837}" type="presParOf" srcId="{FF7EF302-60F0-462D-AA48-FA4CBAEE9B10}" destId="{8483319A-F8CD-4238-9C65-BD42D124D0FC}" srcOrd="0" destOrd="0" presId="urn:microsoft.com/office/officeart/2005/8/layout/hierarchy6"/>
    <dgm:cxn modelId="{10EA17D4-04ED-42E3-990D-31005CF79B9B}" type="presParOf" srcId="{FF7EF302-60F0-462D-AA48-FA4CBAEE9B10}" destId="{B345AAEB-FEC0-429E-B646-78FFD1358981}" srcOrd="1" destOrd="0" presId="urn:microsoft.com/office/officeart/2005/8/layout/hierarchy6"/>
    <dgm:cxn modelId="{ED7D0F70-5EFA-4A48-854E-1BE85CF9330C}" type="presParOf" srcId="{B345AAEB-FEC0-429E-B646-78FFD1358981}" destId="{84D46A23-FD9C-46B2-9574-886A6AFA0BA2}" srcOrd="0" destOrd="0" presId="urn:microsoft.com/office/officeart/2005/8/layout/hierarchy6"/>
    <dgm:cxn modelId="{0FB02328-DE78-410F-B117-319048BD3A78}" type="presParOf" srcId="{B345AAEB-FEC0-429E-B646-78FFD1358981}" destId="{1CA251F5-F18D-4786-992D-785CC170EF19}" srcOrd="1" destOrd="0" presId="urn:microsoft.com/office/officeart/2005/8/layout/hierarchy6"/>
    <dgm:cxn modelId="{A74B8BDB-1CCE-409F-BA31-920D66F493F7}" type="presParOf" srcId="{1CA251F5-F18D-4786-992D-785CC170EF19}" destId="{FDE920E3-9D4C-4A19-A193-9A88624A1B7C}" srcOrd="0" destOrd="0" presId="urn:microsoft.com/office/officeart/2005/8/layout/hierarchy6"/>
    <dgm:cxn modelId="{D7B721E5-E3C1-4BFA-A0DE-49DD12F08593}" type="presParOf" srcId="{1CA251F5-F18D-4786-992D-785CC170EF19}" destId="{49154215-8EC8-4CB7-83CA-ADBE570C6802}" srcOrd="1" destOrd="0" presId="urn:microsoft.com/office/officeart/2005/8/layout/hierarchy6"/>
    <dgm:cxn modelId="{03D7C17C-ABDE-43AD-B2EA-FCE65E804C76}" type="presParOf" srcId="{49154215-8EC8-4CB7-83CA-ADBE570C6802}" destId="{18E8B069-BB16-4C9B-9A7D-ACE09939E091}" srcOrd="0" destOrd="0" presId="urn:microsoft.com/office/officeart/2005/8/layout/hierarchy6"/>
    <dgm:cxn modelId="{09CA51DD-EBAA-418F-A59E-97A957F319A0}" type="presParOf" srcId="{49154215-8EC8-4CB7-83CA-ADBE570C6802}" destId="{ED8593FC-C3C4-4F6E-A832-5B400A508669}" srcOrd="1" destOrd="0" presId="urn:microsoft.com/office/officeart/2005/8/layout/hierarchy6"/>
    <dgm:cxn modelId="{E453A87E-6928-4EE4-9FCF-A5C3F41B3654}" type="presParOf" srcId="{BFE8E851-ED7F-4911-B96A-F441E5991CC7}" destId="{E106AD72-5EFC-4E21-95DF-5902869AE192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A9A98-E525-41B8-92BF-A31C903231E6}">
      <dsp:nvSpPr>
        <dsp:cNvPr id="0" name=""/>
        <dsp:cNvSpPr/>
      </dsp:nvSpPr>
      <dsp:spPr>
        <a:xfrm>
          <a:off x="3593966" y="0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Главная страница</a:t>
          </a:r>
        </a:p>
      </dsp:txBody>
      <dsp:txXfrm>
        <a:off x="3617913" y="23947"/>
        <a:ext cx="1178512" cy="769710"/>
      </dsp:txXfrm>
    </dsp:sp>
    <dsp:sp modelId="{A69CD54B-3C72-4563-8B3F-F7EA146CB60E}">
      <dsp:nvSpPr>
        <dsp:cNvPr id="0" name=""/>
        <dsp:cNvSpPr/>
      </dsp:nvSpPr>
      <dsp:spPr>
        <a:xfrm>
          <a:off x="619930" y="817604"/>
          <a:ext cx="3587238" cy="327041"/>
        </a:xfrm>
        <a:custGeom>
          <a:avLst/>
          <a:gdLst/>
          <a:ahLst/>
          <a:cxnLst/>
          <a:rect l="0" t="0" r="0" b="0"/>
          <a:pathLst>
            <a:path>
              <a:moveTo>
                <a:pt x="3587238" y="0"/>
              </a:moveTo>
              <a:lnTo>
                <a:pt x="3587238" y="163520"/>
              </a:lnTo>
              <a:lnTo>
                <a:pt x="0" y="163520"/>
              </a:lnTo>
              <a:lnTo>
                <a:pt x="0" y="327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BBCCF2-A59E-44D4-8063-94CF5CCF9242}">
      <dsp:nvSpPr>
        <dsp:cNvPr id="0" name=""/>
        <dsp:cNvSpPr/>
      </dsp:nvSpPr>
      <dsp:spPr>
        <a:xfrm>
          <a:off x="6727" y="1144645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/>
            <a:t>Контакты</a:t>
          </a:r>
        </a:p>
      </dsp:txBody>
      <dsp:txXfrm>
        <a:off x="30674" y="1168592"/>
        <a:ext cx="1178512" cy="769710"/>
      </dsp:txXfrm>
    </dsp:sp>
    <dsp:sp modelId="{E98BE7AE-A46B-4286-9F12-75B3C829C8B3}">
      <dsp:nvSpPr>
        <dsp:cNvPr id="0" name=""/>
        <dsp:cNvSpPr/>
      </dsp:nvSpPr>
      <dsp:spPr>
        <a:xfrm>
          <a:off x="2214259" y="817604"/>
          <a:ext cx="1992910" cy="327041"/>
        </a:xfrm>
        <a:custGeom>
          <a:avLst/>
          <a:gdLst/>
          <a:ahLst/>
          <a:cxnLst/>
          <a:rect l="0" t="0" r="0" b="0"/>
          <a:pathLst>
            <a:path>
              <a:moveTo>
                <a:pt x="1992910" y="0"/>
              </a:moveTo>
              <a:lnTo>
                <a:pt x="1992910" y="163520"/>
              </a:lnTo>
              <a:lnTo>
                <a:pt x="0" y="163520"/>
              </a:lnTo>
              <a:lnTo>
                <a:pt x="0" y="327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59A714-E7B3-47AB-BE9E-9E6634C422CF}">
      <dsp:nvSpPr>
        <dsp:cNvPr id="0" name=""/>
        <dsp:cNvSpPr/>
      </dsp:nvSpPr>
      <dsp:spPr>
        <a:xfrm>
          <a:off x="1601056" y="1144645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Каталог</a:t>
          </a:r>
        </a:p>
      </dsp:txBody>
      <dsp:txXfrm>
        <a:off x="1625003" y="1168592"/>
        <a:ext cx="1178512" cy="769710"/>
      </dsp:txXfrm>
    </dsp:sp>
    <dsp:sp modelId="{D9ED8A6A-BF3A-421F-BF36-92E7664E2498}">
      <dsp:nvSpPr>
        <dsp:cNvPr id="0" name=""/>
        <dsp:cNvSpPr/>
      </dsp:nvSpPr>
      <dsp:spPr>
        <a:xfrm>
          <a:off x="2168539" y="1962250"/>
          <a:ext cx="91440" cy="3270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04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3F6B4E-3C8D-4E10-86AB-14A552D511AD}">
      <dsp:nvSpPr>
        <dsp:cNvPr id="0" name=""/>
        <dsp:cNvSpPr/>
      </dsp:nvSpPr>
      <dsp:spPr>
        <a:xfrm>
          <a:off x="1601056" y="2289291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Товары</a:t>
          </a:r>
        </a:p>
      </dsp:txBody>
      <dsp:txXfrm>
        <a:off x="1625003" y="2313238"/>
        <a:ext cx="1178512" cy="769710"/>
      </dsp:txXfrm>
    </dsp:sp>
    <dsp:sp modelId="{7FDBFC31-0612-4F0A-85D7-212D77FB7AB2}">
      <dsp:nvSpPr>
        <dsp:cNvPr id="0" name=""/>
        <dsp:cNvSpPr/>
      </dsp:nvSpPr>
      <dsp:spPr>
        <a:xfrm>
          <a:off x="3808587" y="817604"/>
          <a:ext cx="398582" cy="327041"/>
        </a:xfrm>
        <a:custGeom>
          <a:avLst/>
          <a:gdLst/>
          <a:ahLst/>
          <a:cxnLst/>
          <a:rect l="0" t="0" r="0" b="0"/>
          <a:pathLst>
            <a:path>
              <a:moveTo>
                <a:pt x="398582" y="0"/>
              </a:moveTo>
              <a:lnTo>
                <a:pt x="398582" y="163520"/>
              </a:lnTo>
              <a:lnTo>
                <a:pt x="0" y="163520"/>
              </a:lnTo>
              <a:lnTo>
                <a:pt x="0" y="327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08B2A2-2CC7-4F4F-A0AD-CCB2C8F761DD}">
      <dsp:nvSpPr>
        <dsp:cNvPr id="0" name=""/>
        <dsp:cNvSpPr/>
      </dsp:nvSpPr>
      <dsp:spPr>
        <a:xfrm>
          <a:off x="3195384" y="1144645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Корзина</a:t>
          </a:r>
        </a:p>
      </dsp:txBody>
      <dsp:txXfrm>
        <a:off x="3219331" y="1168592"/>
        <a:ext cx="1178512" cy="769710"/>
      </dsp:txXfrm>
    </dsp:sp>
    <dsp:sp modelId="{70BB9AD2-E3D7-4E1B-8AAD-ED797A6B8C8B}">
      <dsp:nvSpPr>
        <dsp:cNvPr id="0" name=""/>
        <dsp:cNvSpPr/>
      </dsp:nvSpPr>
      <dsp:spPr>
        <a:xfrm>
          <a:off x="4207169" y="817604"/>
          <a:ext cx="1195746" cy="327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520"/>
              </a:lnTo>
              <a:lnTo>
                <a:pt x="1195746" y="163520"/>
              </a:lnTo>
              <a:lnTo>
                <a:pt x="1195746" y="327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FE5561-8D48-4F7B-AC61-F87B6B2C0A04}">
      <dsp:nvSpPr>
        <dsp:cNvPr id="0" name=""/>
        <dsp:cNvSpPr/>
      </dsp:nvSpPr>
      <dsp:spPr>
        <a:xfrm>
          <a:off x="4789712" y="1144645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Кабинет</a:t>
          </a:r>
          <a:r>
            <a:rPr lang="ru-RU" sz="15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пользователя</a:t>
          </a:r>
        </a:p>
      </dsp:txBody>
      <dsp:txXfrm>
        <a:off x="4813659" y="1168592"/>
        <a:ext cx="1178512" cy="769710"/>
      </dsp:txXfrm>
    </dsp:sp>
    <dsp:sp modelId="{BB47F089-C831-4423-805B-AD06A9CAEBB0}">
      <dsp:nvSpPr>
        <dsp:cNvPr id="0" name=""/>
        <dsp:cNvSpPr/>
      </dsp:nvSpPr>
      <dsp:spPr>
        <a:xfrm>
          <a:off x="4605751" y="1962250"/>
          <a:ext cx="797164" cy="327041"/>
        </a:xfrm>
        <a:custGeom>
          <a:avLst/>
          <a:gdLst/>
          <a:ahLst/>
          <a:cxnLst/>
          <a:rect l="0" t="0" r="0" b="0"/>
          <a:pathLst>
            <a:path>
              <a:moveTo>
                <a:pt x="797164" y="0"/>
              </a:moveTo>
              <a:lnTo>
                <a:pt x="797164" y="163520"/>
              </a:lnTo>
              <a:lnTo>
                <a:pt x="0" y="163520"/>
              </a:lnTo>
              <a:lnTo>
                <a:pt x="0" y="32704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FB94F6-4759-4AB6-B5EF-73055D76B2F6}">
      <dsp:nvSpPr>
        <dsp:cNvPr id="0" name=""/>
        <dsp:cNvSpPr/>
      </dsp:nvSpPr>
      <dsp:spPr>
        <a:xfrm>
          <a:off x="3992548" y="2289291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Информация об аккаунте</a:t>
          </a:r>
        </a:p>
      </dsp:txBody>
      <dsp:txXfrm>
        <a:off x="4016495" y="2313238"/>
        <a:ext cx="1178512" cy="769710"/>
      </dsp:txXfrm>
    </dsp:sp>
    <dsp:sp modelId="{3E5104F0-D9C9-4792-8541-540186A20C0C}">
      <dsp:nvSpPr>
        <dsp:cNvPr id="0" name=""/>
        <dsp:cNvSpPr/>
      </dsp:nvSpPr>
      <dsp:spPr>
        <a:xfrm>
          <a:off x="5402915" y="1962250"/>
          <a:ext cx="857564" cy="3284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228"/>
              </a:lnTo>
              <a:lnTo>
                <a:pt x="857564" y="164228"/>
              </a:lnTo>
              <a:lnTo>
                <a:pt x="857564" y="328456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971760-0661-4A4D-AFF1-CFF91147D62A}">
      <dsp:nvSpPr>
        <dsp:cNvPr id="0" name=""/>
        <dsp:cNvSpPr/>
      </dsp:nvSpPr>
      <dsp:spPr>
        <a:xfrm>
          <a:off x="5647277" y="2290706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История заказов</a:t>
          </a:r>
        </a:p>
      </dsp:txBody>
      <dsp:txXfrm>
        <a:off x="5671224" y="2314653"/>
        <a:ext cx="1178512" cy="769710"/>
      </dsp:txXfrm>
    </dsp:sp>
    <dsp:sp modelId="{C64897F7-A053-40D7-B2E7-D7639D3BBEF2}">
      <dsp:nvSpPr>
        <dsp:cNvPr id="0" name=""/>
        <dsp:cNvSpPr/>
      </dsp:nvSpPr>
      <dsp:spPr>
        <a:xfrm>
          <a:off x="4207169" y="817604"/>
          <a:ext cx="3587238" cy="327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520"/>
              </a:lnTo>
              <a:lnTo>
                <a:pt x="3587238" y="163520"/>
              </a:lnTo>
              <a:lnTo>
                <a:pt x="3587238" y="327041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301ABA-6B12-41CE-9403-BD45B4D8C1CD}">
      <dsp:nvSpPr>
        <dsp:cNvPr id="0" name=""/>
        <dsp:cNvSpPr/>
      </dsp:nvSpPr>
      <dsp:spPr>
        <a:xfrm>
          <a:off x="7181204" y="1144645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Администрирование</a:t>
          </a:r>
        </a:p>
      </dsp:txBody>
      <dsp:txXfrm>
        <a:off x="7205151" y="1168592"/>
        <a:ext cx="1178512" cy="769710"/>
      </dsp:txXfrm>
    </dsp:sp>
    <dsp:sp modelId="{8483319A-F8CD-4238-9C65-BD42D124D0FC}">
      <dsp:nvSpPr>
        <dsp:cNvPr id="0" name=""/>
        <dsp:cNvSpPr/>
      </dsp:nvSpPr>
      <dsp:spPr>
        <a:xfrm>
          <a:off x="7748688" y="1962250"/>
          <a:ext cx="91440" cy="3270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04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D46A23-FD9C-46B2-9574-886A6AFA0BA2}">
      <dsp:nvSpPr>
        <dsp:cNvPr id="0" name=""/>
        <dsp:cNvSpPr/>
      </dsp:nvSpPr>
      <dsp:spPr>
        <a:xfrm>
          <a:off x="7181204" y="2289291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Каталог</a:t>
          </a:r>
        </a:p>
      </dsp:txBody>
      <dsp:txXfrm>
        <a:off x="7205151" y="2313238"/>
        <a:ext cx="1178512" cy="769710"/>
      </dsp:txXfrm>
    </dsp:sp>
    <dsp:sp modelId="{FDE920E3-9D4C-4A19-A193-9A88624A1B7C}">
      <dsp:nvSpPr>
        <dsp:cNvPr id="0" name=""/>
        <dsp:cNvSpPr/>
      </dsp:nvSpPr>
      <dsp:spPr>
        <a:xfrm>
          <a:off x="7748688" y="3106896"/>
          <a:ext cx="91440" cy="3270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041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E8B069-BB16-4C9B-9A7D-ACE09939E091}">
      <dsp:nvSpPr>
        <dsp:cNvPr id="0" name=""/>
        <dsp:cNvSpPr/>
      </dsp:nvSpPr>
      <dsp:spPr>
        <a:xfrm>
          <a:off x="7181204" y="3433937"/>
          <a:ext cx="1226406" cy="8176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Товары</a:t>
          </a:r>
        </a:p>
      </dsp:txBody>
      <dsp:txXfrm>
        <a:off x="7205151" y="3457884"/>
        <a:ext cx="1178512" cy="769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9602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8776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794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1922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9282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6130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756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7949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2289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" name="Google Shape;2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3548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" name="Google Shape;2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1662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5000" t="-17000" b="-17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39906" y="313509"/>
            <a:ext cx="1031837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МИНИСТЕРСТВО НАУКИ И ВЫСШЕГО ОБРАЗОВАНИЯ РОССИЙСКОЙ ФЕДЕРАЦИИ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федеральное государственное бюджетное образовательное учреждение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высшего образования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«УЛЬЯНОВСКИЙ ГОСУДАРСТВЕННЫЙ ТЕХНИЧЕСКИЙ УНИВЕРСИТЕТ»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ФАКУЛЬТЕТ СРЕДНЕГО ПРОФЕССИОНАЛЬНОГО ОБРАЗОВАНИЯ –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КОЛЛЕДЖ ЭКОНОМИКИ И ИНФОРМАТИКИ ИМ А.Н. АФАНАСЬЕВА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111623" y="2579005"/>
            <a:ext cx="1017494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ВЫПУСКНАЯ КВАЛИФИКАЦИОННАЯ РАБОТА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-RU" sz="2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(дипломный проект)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06823" y="3574137"/>
            <a:ext cx="10641105" cy="981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</a:t>
            </a:r>
            <a:r>
              <a:rPr lang="en-US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интернет-магазина по продаже мобильных устройств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7154143" y="4846227"/>
            <a:ext cx="4834800" cy="132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Дитяткин Артем Игоревич</a:t>
            </a:r>
            <a:endParaRPr lang="en-US" sz="1800" kern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</a:t>
            </a:r>
            <a:r>
              <a:rPr lang="en-US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Пдо-46</a:t>
            </a:r>
          </a:p>
          <a:p>
            <a:pPr algn="r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Иванченко Алексей Борисович</a:t>
            </a:r>
            <a:r>
              <a:rPr lang="en-US" sz="1800" kern="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800" kern="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213393" y="5915376"/>
            <a:ext cx="176521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ru-RU"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Ульяновск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2023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662360" y="2050109"/>
            <a:ext cx="71946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Специальность </a:t>
            </a:r>
            <a:r>
              <a:rPr lang="ru-RU" sz="18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09.02.03 Программирование в компьютерных системах</a:t>
            </a:r>
            <a:endParaRPr sz="18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277722" y="358897"/>
            <a:ext cx="10053775" cy="68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Актуальность и цель проекта</a:t>
            </a:r>
            <a:endParaRPr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1549667" y="1443789"/>
            <a:ext cx="9471259" cy="361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SzPts val="2800"/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Актуальность темы дипломного проекта связана с тем, что в настоящее время всё больше торговых сервисов переходят в онлайн среду. Для бизнеса - это увеличение продаж, а для клиентов - возможность покупать товары дистанционно без посещения магазина, что значительно упрощает процесс покупки и экономит время. 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SzPts val="2800"/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Цель проекта: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привлечение дополнительных покупателей, повышение доступности товаров магазина по продаже мобильных устройств.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1562470" y="298383"/>
            <a:ext cx="10146310" cy="593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Задачи проекта</a:t>
            </a:r>
            <a:r>
              <a:rPr lang="en-US" sz="40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</a:t>
            </a:r>
            <a:endParaRPr lang="ru-RU" sz="4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 b="1" dirty="0">
              <a:latin typeface="+mj-lt"/>
              <a:ea typeface="Times New Roman"/>
              <a:cs typeface="Times New Roman" pitchFamily="18" charset="0"/>
              <a:sym typeface="Times New Roman"/>
            </a:endParaRPr>
          </a:p>
          <a:p>
            <a:pPr marL="342900" lvl="0">
              <a:lnSpc>
                <a:spcPct val="11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ru-RU" sz="2200" dirty="0">
                <a:latin typeface="+mj-lt"/>
                <a:cs typeface="Times New Roman" pitchFamily="18" charset="0"/>
              </a:rPr>
              <a:t>  проанализировать  существующие программные решения подобного типа интернет-магазинов;</a:t>
            </a:r>
          </a:p>
          <a:p>
            <a:pPr marL="342900" lvl="0">
              <a:lnSpc>
                <a:spcPct val="11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ru-RU" sz="2200" dirty="0">
                <a:latin typeface="+mj-lt"/>
                <a:cs typeface="Times New Roman" pitchFamily="18" charset="0"/>
              </a:rPr>
              <a:t>  определить структуру интернет-магазина по продаже мобильных устройств;</a:t>
            </a:r>
          </a:p>
          <a:p>
            <a:pPr marL="342900" lvl="0">
              <a:lnSpc>
                <a:spcPct val="11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ru-RU" sz="2200" dirty="0">
                <a:latin typeface="+mj-lt"/>
                <a:cs typeface="Times New Roman" pitchFamily="18" charset="0"/>
              </a:rPr>
              <a:t>  определить функционал интернет-магазина (схемы поведения посетителей на сайте, целевые действия для страниц);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200" dirty="0">
                <a:latin typeface="+mj-lt"/>
                <a:cs typeface="Times New Roman" pitchFamily="18" charset="0"/>
              </a:rPr>
              <a:t>  подобрать контент интернет-магазина (категория товара, характеристики товара);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200" dirty="0">
                <a:latin typeface="+mj-lt"/>
                <a:cs typeface="Times New Roman" pitchFamily="18" charset="0"/>
              </a:rPr>
              <a:t>  провести выбор программного обеспечения и инструментов разработки продукта;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2200" dirty="0">
                <a:latin typeface="+mj-lt"/>
                <a:cs typeface="Times New Roman" pitchFamily="18" charset="0"/>
              </a:rPr>
              <a:t>  разработать интернет-магазин по продаже мобильных устройств;</a:t>
            </a:r>
          </a:p>
          <a:p>
            <a:pPr marL="342900" lvl="0">
              <a:lnSpc>
                <a:spcPct val="11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ru-RU" sz="2200" dirty="0">
                <a:latin typeface="+mj-lt"/>
                <a:ea typeface="Times New Roman"/>
                <a:cs typeface="Times New Roman" pitchFamily="18" charset="0"/>
                <a:sym typeface="Times New Roman"/>
              </a:rPr>
              <a:t>  оценить затраты на разработку интернет-магазина.</a:t>
            </a:r>
            <a:endParaRPr sz="2200" dirty="0">
              <a:latin typeface="+mj-lt"/>
              <a:ea typeface="Times New Roman"/>
              <a:cs typeface="Times New Roman" pitchFamily="18" charset="0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93532" y="275605"/>
            <a:ext cx="10238325" cy="674121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характеристика интернет-магазина</a:t>
            </a:r>
          </a:p>
          <a:p>
            <a:pPr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 - это онлайн-платформа, где покупатели могут выбирать и покупать товары или услуги через Интернет. Он предлагает широкий ассортимент товаров различных категорий, предоставляет удобство покупки в любое время и место, обеспечивает различные способы онлайн-оплаты и доставки товаров.</a:t>
            </a:r>
          </a:p>
          <a:p>
            <a:pPr>
              <a:buNone/>
            </a:pPr>
            <a:endParaRPr lang="ru-RU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целом, интернет-магазины предлагают удобную и доступную платформу для покупок, обеспечивают широкий выбор товаров, удобные способы оплаты и доставки, а также гарантируют безопасность и конфиденциальность данных покупателей.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874058" y="204187"/>
            <a:ext cx="10515600" cy="87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3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Требования к приложению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2303241" y="1310407"/>
            <a:ext cx="9339996" cy="497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0" indent="-914400">
              <a:lnSpc>
                <a:spcPct val="150000"/>
              </a:lnSpc>
              <a:buSzPct val="88000"/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 и интуитивно понятный интерфейс.</a:t>
            </a:r>
          </a:p>
          <a:p>
            <a:pPr marL="914400" lvl="0" indent="-914400">
              <a:lnSpc>
                <a:spcPct val="150000"/>
              </a:lnSpc>
              <a:buSzPct val="88000"/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дизайн.</a:t>
            </a:r>
          </a:p>
          <a:p>
            <a:pPr marL="914400" lvl="0" indent="-914400">
              <a:lnSpc>
                <a:spcPct val="150000"/>
              </a:lnSpc>
              <a:buSzPct val="88000"/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Единообразие в структуре.</a:t>
            </a:r>
          </a:p>
          <a:p>
            <a:pPr marL="914400" lvl="0" indent="-914400">
              <a:lnSpc>
                <a:spcPct val="150000"/>
              </a:lnSpc>
              <a:buSzPct val="88000"/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фильтров.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0" indent="-914400">
              <a:lnSpc>
                <a:spcPct val="150000"/>
              </a:lnSpc>
              <a:buSzPct val="88000"/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заказа.</a:t>
            </a:r>
          </a:p>
          <a:p>
            <a:pPr marL="914400" lvl="0" indent="-914400">
              <a:lnSpc>
                <a:spcPct val="150000"/>
              </a:lnSpc>
              <a:buSzPct val="88000"/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пользователей.</a:t>
            </a:r>
          </a:p>
          <a:p>
            <a:pPr marL="914400" lvl="0" indent="-914400">
              <a:lnSpc>
                <a:spcPct val="150000"/>
              </a:lnSpc>
              <a:buSzPct val="88000"/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Корзина.</a:t>
            </a:r>
          </a:p>
          <a:p>
            <a:pPr marL="22860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DC021-506C-4C7B-A8BC-3A3BC768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39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аналогов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A1E163-8BC9-4336-B3C0-B4429D3EF4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9"/>
          <a:stretch/>
        </p:blipFill>
        <p:spPr>
          <a:xfrm>
            <a:off x="2914206" y="1415331"/>
            <a:ext cx="6363588" cy="45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01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9400" y="288758"/>
            <a:ext cx="8911687" cy="117428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Разработки</a:t>
            </a:r>
          </a:p>
        </p:txBody>
      </p:sp>
      <p:pic>
        <p:nvPicPr>
          <p:cNvPr id="4" name="Google Shape;105;p8" descr="preencoded.pn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2609636" y="1549964"/>
            <a:ext cx="2414427" cy="2128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5761" y="1549964"/>
            <a:ext cx="2221111" cy="2128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0171" y="3888026"/>
            <a:ext cx="3657599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4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5761" y="3888026"/>
            <a:ext cx="3916348" cy="2009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498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20879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ru-RU" sz="4000" b="1" dirty="0">
                <a:latin typeface="Times New Roman"/>
                <a:ea typeface="Times New Roman"/>
                <a:cs typeface="Times New Roman"/>
                <a:sym typeface="Times New Roman"/>
              </a:rPr>
              <a:t>Технологии, использованные при разработке серверной части:</a:t>
            </a:r>
            <a:br>
              <a:rPr lang="ru-RU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113" name="Google Shape;113;p17"/>
          <p:cNvSpPr txBox="1"/>
          <p:nvPr/>
        </p:nvSpPr>
        <p:spPr>
          <a:xfrm>
            <a:off x="2243511" y="4384131"/>
            <a:ext cx="26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Язык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7091456" y="4384131"/>
            <a:ext cx="26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Фреймворк -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jango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511" y="1690825"/>
            <a:ext cx="2503255" cy="2503255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5A95596-581E-483B-B11D-D1B18FF3D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9227" y="1800978"/>
            <a:ext cx="2839262" cy="258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25622-801A-4D38-BD0E-B7AE5584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785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0F9F84-F2A7-4A13-AFBE-B3023F4A4A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76269" y="1690688"/>
            <a:ext cx="3639820" cy="3987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5D191B-9D5E-4075-8C46-8F2BD4452CAB}"/>
              </a:ext>
            </a:extLst>
          </p:cNvPr>
          <p:cNvSpPr txBox="1"/>
          <p:nvPr/>
        </p:nvSpPr>
        <p:spPr>
          <a:xfrm>
            <a:off x="6303146" y="1690688"/>
            <a:ext cx="5794898" cy="357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(ключ-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– содержит информацию о продукте. Включает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себя следующие поля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id, name,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brand(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внешний ключ)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definition, price, photo;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Brand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(ключ-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– информация о производителях. Включает в себя следующие поля: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photo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(ключ-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– содержит информацию о покупателе, сделавшим заказ. Включает в себя поля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id, name, product(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внешний ключ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city, street, house, index,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phone_number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61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E2848-C427-4307-A807-7EE8BAD79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74802" cy="682439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576837-BA23-4BEA-B41A-B712C0F149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50577" y="1473199"/>
            <a:ext cx="6808328" cy="134407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517091-7BD7-4C43-90DB-922FBF7989D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50579" y="3153933"/>
            <a:ext cx="6808326" cy="8867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3C1EA5-8AD7-45D8-BEE9-599FF23A6C2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850576" y="4574491"/>
            <a:ext cx="6808326" cy="16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5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6385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структуры сайта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1715" y="19158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036068431"/>
              </p:ext>
            </p:extLst>
          </p:nvPr>
        </p:nvGraphicFramePr>
        <p:xfrm>
          <a:off x="1741715" y="1553593"/>
          <a:ext cx="8414339" cy="4800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41715" y="68974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95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5000"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13418"/>
          </a:xfrm>
        </p:spPr>
        <p:txBody>
          <a:bodyPr>
            <a:normAutofit fontScale="90000"/>
          </a:bodyPr>
          <a:lstStyle/>
          <a:p>
            <a:pPr algn="ctr"/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 «Интернет-магазина»</a:t>
            </a:r>
            <a:br>
              <a:rPr lang="ru-RU" b="1" dirty="0"/>
            </a:br>
            <a:r>
              <a:rPr lang="ru-RU" b="1" dirty="0"/>
              <a:t> 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413966" y="4476205"/>
            <a:ext cx="1939834" cy="1700757"/>
          </a:xfrm>
        </p:spPr>
        <p:txBody>
          <a:bodyPr/>
          <a:lstStyle/>
          <a:p>
            <a:pPr marL="114300" indent="0">
              <a:buNone/>
            </a:pPr>
            <a:endParaRPr lang="ru-RU" dirty="0"/>
          </a:p>
          <a:p>
            <a:pPr marL="11430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92E4C4-F27A-4582-A34D-C282B22CA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130" y="1383270"/>
            <a:ext cx="9404061" cy="535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5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7000" t="-17000" b="-17000"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7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3600" b="1" dirty="0">
                <a:latin typeface="Times New Roman"/>
                <a:cs typeface="Times New Roman"/>
                <a:sym typeface="Times New Roman"/>
              </a:rPr>
              <a:t>Главная страница интернет-магазина</a:t>
            </a:r>
            <a:endParaRPr sz="36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E41BDB-F971-4188-9621-01685B3E2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650" y="1038688"/>
            <a:ext cx="9024731" cy="5404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7000" t="-17000" b="-17000"/>
          </a:stretch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9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4000" b="1" dirty="0">
                <a:latin typeface="Times New Roman"/>
                <a:ea typeface="Times New Roman"/>
                <a:cs typeface="Times New Roman"/>
                <a:sym typeface="Times New Roman"/>
              </a:rPr>
              <a:t>Страница описания товара</a:t>
            </a:r>
            <a:endParaRPr sz="40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04A6E6-D22A-4AB5-AE62-E068CB4EC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167" y="1162975"/>
            <a:ext cx="8675788" cy="5329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7000" t="-17000" b="-17000"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46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регистрации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6F1A19-9707-474A-A401-BE9EE0DBB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646" y="1012054"/>
            <a:ext cx="8608646" cy="5574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11207-A365-4662-8128-124DF5968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73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авторизации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6757E0-3486-4543-BD8B-0677EFAF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1272962"/>
            <a:ext cx="9321800" cy="497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6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B4CFE-6666-4E7B-A325-14FCCD8D8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669"/>
            <a:ext cx="10515600" cy="763398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C50ADD-EA97-47DF-BE12-D6DB5105F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579" y="864066"/>
            <a:ext cx="9018165" cy="582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42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F7993-2002-46BA-B89F-6074DA9A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23"/>
            <a:ext cx="10515600" cy="1241571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оформления заказа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43103E-4DAD-48C8-8000-963D9804D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916" y="1182956"/>
            <a:ext cx="8254767" cy="486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0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59C17-66A2-47D7-A1A0-C678D56B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6746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администратора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17AE2F-5E2B-4E3A-9D53-64941AEB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29" y="1083075"/>
            <a:ext cx="8247355" cy="521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D7679-D8D2-46E7-9EAE-9319F976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4981" y="115410"/>
            <a:ext cx="7854339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Экономическая часть</a:t>
            </a:r>
            <a:b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2400" dirty="0">
              <a:solidFill>
                <a:schemeClr val="tx1"/>
              </a:solidFill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6DF96AB-96D9-491E-8793-E039E0D89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994969"/>
              </p:ext>
            </p:extLst>
          </p:nvPr>
        </p:nvGraphicFramePr>
        <p:xfrm>
          <a:off x="2502076" y="4303988"/>
          <a:ext cx="7187848" cy="2237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42301">
                  <a:extLst>
                    <a:ext uri="{9D8B030D-6E8A-4147-A177-3AD203B41FA5}">
                      <a16:colId xmlns:a16="http://schemas.microsoft.com/office/drawing/2014/main" val="2541000251"/>
                    </a:ext>
                  </a:extLst>
                </a:gridCol>
                <a:gridCol w="2177326">
                  <a:extLst>
                    <a:ext uri="{9D8B030D-6E8A-4147-A177-3AD203B41FA5}">
                      <a16:colId xmlns:a16="http://schemas.microsoft.com/office/drawing/2014/main" val="1877914640"/>
                    </a:ext>
                  </a:extLst>
                </a:gridCol>
                <a:gridCol w="2068221">
                  <a:extLst>
                    <a:ext uri="{9D8B030D-6E8A-4147-A177-3AD203B41FA5}">
                      <a16:colId xmlns:a16="http://schemas.microsoft.com/office/drawing/2014/main" val="1537650619"/>
                    </a:ext>
                  </a:extLst>
                </a:gridCol>
              </a:tblGrid>
              <a:tr h="10040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 dirty="0">
                          <a:effectLst/>
                        </a:rPr>
                        <a:t>Наименование материла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Количество</a:t>
                      </a:r>
                      <a:endParaRPr lang="ru-RU" sz="130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комплектов,</a:t>
                      </a:r>
                      <a:endParaRPr lang="ru-RU" sz="130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шт.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 dirty="0">
                          <a:effectLst/>
                        </a:rPr>
                        <a:t>Цена </a:t>
                      </a:r>
                      <a:endParaRPr lang="ru-RU" sz="13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 dirty="0">
                          <a:effectLst/>
                        </a:rPr>
                        <a:t>руб.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extLst>
                  <a:ext uri="{0D108BD9-81ED-4DB2-BD59-A6C34878D82A}">
                    <a16:rowId xmlns:a16="http://schemas.microsoft.com/office/drawing/2014/main" val="3646576969"/>
                  </a:ext>
                </a:extLst>
              </a:tr>
              <a:tr h="3149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USB </a:t>
                      </a:r>
                      <a:r>
                        <a:rPr lang="ru-RU" sz="1000" dirty="0" err="1">
                          <a:effectLst/>
                        </a:rPr>
                        <a:t>флеш</a:t>
                      </a:r>
                      <a:r>
                        <a:rPr lang="ru-RU" sz="1000" dirty="0">
                          <a:effectLst/>
                        </a:rPr>
                        <a:t>-накопитель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 dirty="0">
                          <a:effectLst/>
                        </a:rPr>
                        <a:t>1000</a:t>
                      </a:r>
                      <a:r>
                        <a:rPr lang="en-US" sz="1000" dirty="0">
                          <a:effectLst/>
                        </a:rPr>
                        <a:t>,0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extLst>
                  <a:ext uri="{0D108BD9-81ED-4DB2-BD59-A6C34878D82A}">
                    <a16:rowId xmlns:a16="http://schemas.microsoft.com/office/drawing/2014/main" val="81496495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Бумага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5</a:t>
                      </a:r>
                      <a:r>
                        <a:rPr lang="ru-RU" sz="1000" dirty="0">
                          <a:effectLst/>
                        </a:rPr>
                        <a:t>00,0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extLst>
                  <a:ext uri="{0D108BD9-81ED-4DB2-BD59-A6C34878D82A}">
                    <a16:rowId xmlns:a16="http://schemas.microsoft.com/office/drawing/2014/main" val="99827899"/>
                  </a:ext>
                </a:extLst>
              </a:tr>
              <a:tr h="3149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Картридж для принтера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40</a:t>
                      </a:r>
                      <a:r>
                        <a:rPr lang="ru-RU" sz="1000" dirty="0">
                          <a:effectLst/>
                        </a:rPr>
                        <a:t>00,0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extLst>
                  <a:ext uri="{0D108BD9-81ED-4DB2-BD59-A6C34878D82A}">
                    <a16:rowId xmlns:a16="http://schemas.microsoft.com/office/drawing/2014/main" val="847129055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 dirty="0">
                          <a:effectLst/>
                        </a:rPr>
                        <a:t>Ручка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ru-RU" sz="1000" dirty="0">
                          <a:effectLst/>
                        </a:rPr>
                        <a:t>шариковая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 dirty="0">
                          <a:effectLst/>
                        </a:rPr>
                        <a:t>50,0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extLst>
                  <a:ext uri="{0D108BD9-81ED-4DB2-BD59-A6C34878D82A}">
                    <a16:rowId xmlns:a16="http://schemas.microsoft.com/office/drawing/2014/main" val="3932991243"/>
                  </a:ext>
                </a:extLst>
              </a:tr>
              <a:tr h="19329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>
                          <a:effectLst/>
                        </a:rPr>
                        <a:t>Всего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55</a:t>
                      </a:r>
                      <a:r>
                        <a:rPr lang="ru-RU" sz="1000" dirty="0">
                          <a:effectLst/>
                        </a:rPr>
                        <a:t>50,0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/>
                </a:tc>
                <a:extLst>
                  <a:ext uri="{0D108BD9-81ED-4DB2-BD59-A6C34878D82A}">
                    <a16:rowId xmlns:a16="http://schemas.microsoft.com/office/drawing/2014/main" val="3895177228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A8A71E2-8187-46A6-86B8-704D0F58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539" y="1303053"/>
            <a:ext cx="742848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68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68350" algn="l"/>
              </a:tabLst>
            </a:pPr>
            <a:r>
              <a:rPr kumimoji="0" lang="ru-RU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Расчет стоимости материальных затрат</a:t>
            </a:r>
            <a:r>
              <a:rPr kumimoji="0" lang="en-US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sz="18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68350" algn="l"/>
              </a:tabLst>
            </a:pPr>
            <a:r>
              <a:rPr kumimoji="0" lang="ru-RU" altLang="ru-RU" sz="1800" b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Расчет заработной платы программиста</a:t>
            </a:r>
            <a:r>
              <a:rPr kumimoji="0" lang="en-US" altLang="ru-RU" sz="1800" b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1800" b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68350" algn="l"/>
              </a:tabLst>
            </a:pPr>
            <a:r>
              <a:rPr kumimoji="0" lang="ru-RU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Расчет ЗП программиста производится в соответствии с трудоемкостью разработки программного продукта.</a:t>
            </a:r>
            <a:endParaRPr kumimoji="0" lang="ru-RU" altLang="ru-RU" sz="18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68350" algn="l"/>
              </a:tabLst>
            </a:pPr>
            <a:r>
              <a:rPr kumimoji="0" lang="ru-RU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Данные для расчета:</a:t>
            </a:r>
            <a:endParaRPr kumimoji="0" lang="ru-RU" altLang="ru-RU" sz="18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8350" algn="l"/>
              </a:tabLst>
            </a:pPr>
            <a:r>
              <a:rPr kumimoji="0" lang="ru-RU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Оклад – </a:t>
            </a:r>
            <a:r>
              <a:rPr lang="en-US" altLang="ru-RU" sz="18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ru-RU" altLang="ru-RU" sz="1800" b="0" i="0" u="none" strike="noStrike" cap="none" normalizeH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0000,0 </a:t>
            </a:r>
            <a:r>
              <a:rPr kumimoji="0" lang="ru-RU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руб.;</a:t>
            </a:r>
            <a:endParaRPr kumimoji="0" lang="ru-RU" altLang="ru-RU" sz="18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8350" algn="l"/>
              </a:tabLst>
            </a:pPr>
            <a:r>
              <a:rPr kumimoji="0" lang="ru-RU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Плановый фонд рабочего времени за месяц – 176 часов (22 дня);</a:t>
            </a:r>
            <a:endParaRPr kumimoji="0" lang="ru-RU" altLang="ru-RU" sz="18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8350" algn="l"/>
              </a:tabLst>
            </a:pPr>
            <a:r>
              <a:rPr kumimoji="0" lang="ru-RU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Стимулирующая надбавка – 50%;</a:t>
            </a:r>
            <a:endParaRPr kumimoji="0" lang="ru-RU" altLang="ru-RU" sz="18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68350" algn="l"/>
              </a:tabLst>
            </a:pPr>
            <a:r>
              <a:rPr kumimoji="0" lang="ru-RU" altLang="ru-RU" sz="1800" b="0" i="0" u="none" strike="noStrike" cap="none" normalizeH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Тарифная ставка.</a:t>
            </a:r>
            <a:endParaRPr kumimoji="0" lang="ru-RU" altLang="ru-RU" sz="1800" b="0" i="0" u="none" strike="noStrike" cap="none" normalizeH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>
            <a:spLocks noGrp="1"/>
          </p:cNvSpPr>
          <p:nvPr>
            <p:ph type="body" idx="1"/>
          </p:nvPr>
        </p:nvSpPr>
        <p:spPr>
          <a:xfrm>
            <a:off x="1867300" y="1535630"/>
            <a:ext cx="9948879" cy="451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SzPts val="2000"/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ходе работы</a:t>
            </a:r>
            <a:r>
              <a:rPr lang="ru-RU" sz="2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разработка интернет-магазина по продаже мобильных устройств представляет актуальную и востребованную тему. </a:t>
            </a:r>
            <a:r>
              <a:rPr lang="ru-RU" sz="2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 результате выполнения дипломного проекта был создан интернет-магазин по продаже мобильных устройств в соответствии с заявленными требованиями.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SzPts val="2000"/>
              <a:buNone/>
            </a:pPr>
            <a:endParaRPr lang="ru-RU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26" name="Google Shape;226;p34"/>
          <p:cNvSpPr txBox="1">
            <a:spLocks noGrp="1"/>
          </p:cNvSpPr>
          <p:nvPr>
            <p:ph type="title"/>
          </p:nvPr>
        </p:nvSpPr>
        <p:spPr>
          <a:xfrm>
            <a:off x="730623" y="546847"/>
            <a:ext cx="10515600" cy="845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ru-RU" sz="3600" b="1" dirty="0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body" idx="1"/>
          </p:nvPr>
        </p:nvSpPr>
        <p:spPr>
          <a:xfrm>
            <a:off x="2340745" y="2035616"/>
            <a:ext cx="7510509" cy="278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lang="ru-RU" sz="7200" dirty="0"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615</Words>
  <Application>Microsoft Office PowerPoint</Application>
  <PresentationFormat>Широкоэкранный</PresentationFormat>
  <Paragraphs>105</Paragraphs>
  <Slides>22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Тема Office</vt:lpstr>
      <vt:lpstr>Презентация PowerPoint</vt:lpstr>
      <vt:lpstr>Актуальность и цель проекта</vt:lpstr>
      <vt:lpstr>Презентация PowerPoint</vt:lpstr>
      <vt:lpstr>Презентация PowerPoint</vt:lpstr>
      <vt:lpstr>Требования к приложению</vt:lpstr>
      <vt:lpstr>Сравнение аналогов</vt:lpstr>
      <vt:lpstr>Средства Разработки</vt:lpstr>
      <vt:lpstr>Технологии, использованные при разработке серверной части: </vt:lpstr>
      <vt:lpstr>База данных</vt:lpstr>
      <vt:lpstr>Структура базы данных</vt:lpstr>
      <vt:lpstr>Диаграмма структуры сайта</vt:lpstr>
      <vt:lpstr>  Диаграмма вариантов использования «Интернет-магазина»   </vt:lpstr>
      <vt:lpstr>Главная страница интернет-магазина</vt:lpstr>
      <vt:lpstr>Страница описания товара</vt:lpstr>
      <vt:lpstr>Окно регистрации</vt:lpstr>
      <vt:lpstr>Окно авторизации</vt:lpstr>
      <vt:lpstr>Корзина</vt:lpstr>
      <vt:lpstr>Страница оформления заказа</vt:lpstr>
      <vt:lpstr>Панель администратора</vt:lpstr>
      <vt:lpstr>Экономическая часть 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Dityatkin Artem</dc:creator>
  <cp:lastModifiedBy>Dityatkin Artem</cp:lastModifiedBy>
  <cp:revision>93</cp:revision>
  <dcterms:modified xsi:type="dcterms:W3CDTF">2023-06-29T03:29:02Z</dcterms:modified>
</cp:coreProperties>
</file>